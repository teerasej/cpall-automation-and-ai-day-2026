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7b3f308ec342f4" /><Relationship Type="http://schemas.openxmlformats.org/officeDocument/2006/relationships/extended-properties" Target="/docProps/app.xml" Id="Raeb0ade060494a2c" /><Relationship Type="http://schemas.openxmlformats.org/officeDocument/2006/relationships/officeDocument" Target="/ppt/presentation.xml" Id="Rfd5fb8adc1084f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3bb84c86724d47"/>
  </p:sldMasterIdLst>
  <p:notesMasterIdLst>
    <p:notesMasterId xmlns:r="http://schemas.openxmlformats.org/officeDocument/2006/relationships" r:id="Rab237dc8cc824b48"/>
  </p:notesMasterIdLst>
  <p:sldIdLst>
    <p:sldId xmlns:r="http://schemas.openxmlformats.org/officeDocument/2006/relationships" id="256" r:id="R49544a9ed7d84242"/>
    <p:sldId xmlns:r="http://schemas.openxmlformats.org/officeDocument/2006/relationships" id="257" r:id="Ra75f2189861843ce"/>
    <p:sldId xmlns:r="http://schemas.openxmlformats.org/officeDocument/2006/relationships" id="258" r:id="Rf8735b80c6c74e4e"/>
    <p:sldId xmlns:r="http://schemas.openxmlformats.org/officeDocument/2006/relationships" id="259" r:id="Ra9af505486034d41"/>
    <p:sldId xmlns:r="http://schemas.openxmlformats.org/officeDocument/2006/relationships" id="260" r:id="R52b2512be9f747b6"/>
    <p:sldId xmlns:r="http://schemas.openxmlformats.org/officeDocument/2006/relationships" id="261" r:id="R168d93708be34e9c"/>
    <p:sldId xmlns:r="http://schemas.openxmlformats.org/officeDocument/2006/relationships" id="262" r:id="R6f5421a9aace42c5"/>
    <p:sldId xmlns:r="http://schemas.openxmlformats.org/officeDocument/2006/relationships" id="263" r:id="R211c4a0924594488"/>
    <p:sldId xmlns:r="http://schemas.openxmlformats.org/officeDocument/2006/relationships" id="264" r:id="R50e6fde3ca404a09"/>
    <p:sldId xmlns:r="http://schemas.openxmlformats.org/officeDocument/2006/relationships" id="265" r:id="Rf42195e68e5548f5"/>
    <p:sldId xmlns:r="http://schemas.openxmlformats.org/officeDocument/2006/relationships" id="266" r:id="R2cf71368395f4e07"/>
    <p:sldId xmlns:r="http://schemas.openxmlformats.org/officeDocument/2006/relationships" id="267" r:id="R1c1025aa474a460a"/>
    <p:sldId xmlns:r="http://schemas.openxmlformats.org/officeDocument/2006/relationships" id="268" r:id="R5251ab78dc0645a6"/>
    <p:sldId xmlns:r="http://schemas.openxmlformats.org/officeDocument/2006/relationships" id="269" r:id="Rf272e23cb4734493"/>
    <p:sldId xmlns:r="http://schemas.openxmlformats.org/officeDocument/2006/relationships" id="270" r:id="Rba0279f7bc154e31"/>
    <p:sldId xmlns:r="http://schemas.openxmlformats.org/officeDocument/2006/relationships" id="271" r:id="R6e71a1344eaf45bf"/>
    <p:sldId xmlns:r="http://schemas.openxmlformats.org/officeDocument/2006/relationships" id="272" r:id="Reac2b537fb954020"/>
    <p:sldId xmlns:r="http://schemas.openxmlformats.org/officeDocument/2006/relationships" id="273" r:id="R56ce6d3dbfcd4615"/>
    <p:sldId xmlns:r="http://schemas.openxmlformats.org/officeDocument/2006/relationships" id="274" r:id="Rf29641ff84654401"/>
    <p:sldId xmlns:r="http://schemas.openxmlformats.org/officeDocument/2006/relationships" id="275" r:id="R52760ee0beac4b52"/>
    <p:sldId xmlns:r="http://schemas.openxmlformats.org/officeDocument/2006/relationships" id="276" r:id="Re7ab5fa1582446a7"/>
    <p:sldId xmlns:r="http://schemas.openxmlformats.org/officeDocument/2006/relationships" id="277" r:id="R7ba22a1516984b6c"/>
    <p:sldId xmlns:r="http://schemas.openxmlformats.org/officeDocument/2006/relationships" id="278" r:id="R9ec89fc0f4ea4fb0"/>
    <p:sldId xmlns:r="http://schemas.openxmlformats.org/officeDocument/2006/relationships" id="279" r:id="R934d6c2bee05419a"/>
    <p:sldId xmlns:r="http://schemas.openxmlformats.org/officeDocument/2006/relationships" id="280" r:id="R2109def227cf49a9"/>
    <p:sldId xmlns:r="http://schemas.openxmlformats.org/officeDocument/2006/relationships" id="281" r:id="R5cc142e319dc4466"/>
    <p:sldId xmlns:r="http://schemas.openxmlformats.org/officeDocument/2006/relationships" id="282" r:id="R64a10c61de714e06"/>
    <p:sldId xmlns:r="http://schemas.openxmlformats.org/officeDocument/2006/relationships" id="283" r:id="Rf98f5fd47e9a4057"/>
    <p:sldId xmlns:r="http://schemas.openxmlformats.org/officeDocument/2006/relationships" id="284" r:id="R46963c4afeb44184"/>
    <p:sldId xmlns:r="http://schemas.openxmlformats.org/officeDocument/2006/relationships" id="285" r:id="R5b13cfd05fdc4b58"/>
    <p:sldId xmlns:r="http://schemas.openxmlformats.org/officeDocument/2006/relationships" id="286" r:id="Rf686190385284fd9"/>
    <p:sldId xmlns:r="http://schemas.openxmlformats.org/officeDocument/2006/relationships" id="287" r:id="R57223246fd004a57"/>
    <p:sldId xmlns:r="http://schemas.openxmlformats.org/officeDocument/2006/relationships" id="288" r:id="Rbd0289c457604d32"/>
    <p:sldId xmlns:r="http://schemas.openxmlformats.org/officeDocument/2006/relationships" id="289" r:id="R63c33f5cdacd4ae3"/>
    <p:sldId xmlns:r="http://schemas.openxmlformats.org/officeDocument/2006/relationships" id="290" r:id="Rb3eaad5ae6e847d9"/>
    <p:sldId xmlns:r="http://schemas.openxmlformats.org/officeDocument/2006/relationships" id="291" r:id="Rd7e2e30978e34ec4"/>
    <p:sldId xmlns:r="http://schemas.openxmlformats.org/officeDocument/2006/relationships" id="292" r:id="R5285e9a454df4f59"/>
    <p:sldId xmlns:r="http://schemas.openxmlformats.org/officeDocument/2006/relationships" id="293" r:id="R163eeaeccfd142ab"/>
    <p:sldId xmlns:r="http://schemas.openxmlformats.org/officeDocument/2006/relationships" id="294" r:id="Rafc3b9c7d52c4cd7"/>
    <p:sldId xmlns:r="http://schemas.openxmlformats.org/officeDocument/2006/relationships" id="295" r:id="R5d4649298d6a4dbd"/>
    <p:sldId xmlns:r="http://schemas.openxmlformats.org/officeDocument/2006/relationships" id="296" r:id="Rd1e2152b4f30476c"/>
    <p:sldId xmlns:r="http://schemas.openxmlformats.org/officeDocument/2006/relationships" id="297" r:id="R1dceb5ad491c4ce3"/>
    <p:sldId xmlns:r="http://schemas.openxmlformats.org/officeDocument/2006/relationships" id="298" r:id="R5557c5f006304e1d"/>
    <p:sldId xmlns:r="http://schemas.openxmlformats.org/officeDocument/2006/relationships" id="299" r:id="R3bb0a4fe11974ce9"/>
    <p:sldId xmlns:r="http://schemas.openxmlformats.org/officeDocument/2006/relationships" id="300" r:id="Rb0ba3c190cc74079"/>
    <p:sldId xmlns:r="http://schemas.openxmlformats.org/officeDocument/2006/relationships" id="301" r:id="R98282546e98d4d65"/>
    <p:sldId xmlns:r="http://schemas.openxmlformats.org/officeDocument/2006/relationships" id="302" r:id="R4b5a4fe49bf448a3"/>
    <p:sldId xmlns:r="http://schemas.openxmlformats.org/officeDocument/2006/relationships" id="303" r:id="R7b813f9320414307"/>
    <p:sldId xmlns:r="http://schemas.openxmlformats.org/officeDocument/2006/relationships" id="304" r:id="Re3e4e2cdc7cf4572"/>
    <p:sldId xmlns:r="http://schemas.openxmlformats.org/officeDocument/2006/relationships" id="305" r:id="Rc14b15c54c604b10"/>
    <p:sldId xmlns:r="http://schemas.openxmlformats.org/officeDocument/2006/relationships" id="306" r:id="R82867055d68e4599"/>
    <p:sldId xmlns:r="http://schemas.openxmlformats.org/officeDocument/2006/relationships" id="307" r:id="Rddb11222ed6642d4"/>
    <p:sldId xmlns:r="http://schemas.openxmlformats.org/officeDocument/2006/relationships" id="308" r:id="R9d5c90a8490a428a"/>
    <p:sldId xmlns:r="http://schemas.openxmlformats.org/officeDocument/2006/relationships" id="309" r:id="R97885dc892db4f7b"/>
    <p:sldId xmlns:r="http://schemas.openxmlformats.org/officeDocument/2006/relationships" id="310" r:id="Re21d9f63ec914b8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2921802708417f" /><Relationship Type="http://schemas.openxmlformats.org/officeDocument/2006/relationships/slideMaster" Target="/ppt/slideMasters/slideMaster1.xml" Id="R263bb84c86724d47" /><Relationship Type="http://schemas.openxmlformats.org/officeDocument/2006/relationships/notesMaster" Target="/ppt/notesMasters/notesMaster1.xml" Id="Rab237dc8cc824b48" /><Relationship Type="http://schemas.openxmlformats.org/officeDocument/2006/relationships/presProps" Target="/ppt/presProps.xml" Id="Rc55d6f8a0dd44977" /><Relationship Type="http://schemas.openxmlformats.org/officeDocument/2006/relationships/viewProps" Target="/ppt/viewProps.xml" Id="Rd1197cb637094a45" /><Relationship Type="http://schemas.openxmlformats.org/officeDocument/2006/relationships/tableStyles" Target="/ppt/tableStyles.xml" Id="R974b4e3bc0bd4e27" /><Relationship Type="http://schemas.openxmlformats.org/officeDocument/2006/relationships/slide" Target="/ppt/slides/slide1.xml" Id="R49544a9ed7d84242" /><Relationship Type="http://schemas.openxmlformats.org/officeDocument/2006/relationships/slide" Target="/ppt/slides/slide2.xml" Id="Ra75f2189861843ce" /><Relationship Type="http://schemas.openxmlformats.org/officeDocument/2006/relationships/slide" Target="/ppt/slides/slide3.xml" Id="Rf8735b80c6c74e4e" /><Relationship Type="http://schemas.openxmlformats.org/officeDocument/2006/relationships/slide" Target="/ppt/slides/slide4.xml" Id="Ra9af505486034d41" /><Relationship Type="http://schemas.openxmlformats.org/officeDocument/2006/relationships/slide" Target="/ppt/slides/slide5.xml" Id="R52b2512be9f747b6" /><Relationship Type="http://schemas.openxmlformats.org/officeDocument/2006/relationships/slide" Target="/ppt/slides/slide6.xml" Id="R168d93708be34e9c" /><Relationship Type="http://schemas.openxmlformats.org/officeDocument/2006/relationships/slide" Target="/ppt/slides/slide7.xml" Id="R6f5421a9aace42c5" /><Relationship Type="http://schemas.openxmlformats.org/officeDocument/2006/relationships/slide" Target="/ppt/slides/slide8.xml" Id="R211c4a0924594488" /><Relationship Type="http://schemas.openxmlformats.org/officeDocument/2006/relationships/slide" Target="/ppt/slides/slide9.xml" Id="R50e6fde3ca404a09" /><Relationship Type="http://schemas.openxmlformats.org/officeDocument/2006/relationships/slide" Target="/ppt/slides/slide10.xml" Id="Rf42195e68e5548f5" /><Relationship Type="http://schemas.openxmlformats.org/officeDocument/2006/relationships/slide" Target="/ppt/slides/slide11.xml" Id="R2cf71368395f4e07" /><Relationship Type="http://schemas.openxmlformats.org/officeDocument/2006/relationships/slide" Target="/ppt/slides/slide12.xml" Id="R1c1025aa474a460a" /><Relationship Type="http://schemas.openxmlformats.org/officeDocument/2006/relationships/slide" Target="/ppt/slides/slide13.xml" Id="R5251ab78dc0645a6" /><Relationship Type="http://schemas.openxmlformats.org/officeDocument/2006/relationships/slide" Target="/ppt/slides/slide14.xml" Id="Rf272e23cb4734493" /><Relationship Type="http://schemas.openxmlformats.org/officeDocument/2006/relationships/slide" Target="/ppt/slides/slide15.xml" Id="Rba0279f7bc154e31" /><Relationship Type="http://schemas.openxmlformats.org/officeDocument/2006/relationships/slide" Target="/ppt/slides/slide16.xml" Id="R6e71a1344eaf45bf" /><Relationship Type="http://schemas.openxmlformats.org/officeDocument/2006/relationships/slide" Target="/ppt/slides/slide17.xml" Id="Reac2b537fb954020" /><Relationship Type="http://schemas.openxmlformats.org/officeDocument/2006/relationships/slide" Target="/ppt/slides/slide18.xml" Id="R56ce6d3dbfcd4615" /><Relationship Type="http://schemas.openxmlformats.org/officeDocument/2006/relationships/slide" Target="/ppt/slides/slide19.xml" Id="Rf29641ff84654401" /><Relationship Type="http://schemas.openxmlformats.org/officeDocument/2006/relationships/slide" Target="/ppt/slides/slide20.xml" Id="R52760ee0beac4b52" /><Relationship Type="http://schemas.openxmlformats.org/officeDocument/2006/relationships/slide" Target="/ppt/slides/slide21.xml" Id="Re7ab5fa1582446a7" /><Relationship Type="http://schemas.openxmlformats.org/officeDocument/2006/relationships/slide" Target="/ppt/slides/slide22.xml" Id="R7ba22a1516984b6c" /><Relationship Type="http://schemas.openxmlformats.org/officeDocument/2006/relationships/slide" Target="/ppt/slides/slide23.xml" Id="R9ec89fc0f4ea4fb0" /><Relationship Type="http://schemas.openxmlformats.org/officeDocument/2006/relationships/slide" Target="/ppt/slides/slide24.xml" Id="R934d6c2bee05419a" /><Relationship Type="http://schemas.openxmlformats.org/officeDocument/2006/relationships/slide" Target="/ppt/slides/slide25.xml" Id="R2109def227cf49a9" /><Relationship Type="http://schemas.openxmlformats.org/officeDocument/2006/relationships/slide" Target="/ppt/slides/slide26.xml" Id="R5cc142e319dc4466" /><Relationship Type="http://schemas.openxmlformats.org/officeDocument/2006/relationships/slide" Target="/ppt/slides/slide27.xml" Id="R64a10c61de714e06" /><Relationship Type="http://schemas.openxmlformats.org/officeDocument/2006/relationships/slide" Target="/ppt/slides/slide28.xml" Id="Rf98f5fd47e9a4057" /><Relationship Type="http://schemas.openxmlformats.org/officeDocument/2006/relationships/slide" Target="/ppt/slides/slide29.xml" Id="R46963c4afeb44184" /><Relationship Type="http://schemas.openxmlformats.org/officeDocument/2006/relationships/slide" Target="/ppt/slides/slide30.xml" Id="R5b13cfd05fdc4b58" /><Relationship Type="http://schemas.openxmlformats.org/officeDocument/2006/relationships/slide" Target="/ppt/slides/slide31.xml" Id="Rf686190385284fd9" /><Relationship Type="http://schemas.openxmlformats.org/officeDocument/2006/relationships/slide" Target="/ppt/slides/slide32.xml" Id="R57223246fd004a57" /><Relationship Type="http://schemas.openxmlformats.org/officeDocument/2006/relationships/slide" Target="/ppt/slides/slide33.xml" Id="Rbd0289c457604d32" /><Relationship Type="http://schemas.openxmlformats.org/officeDocument/2006/relationships/slide" Target="/ppt/slides/slide34.xml" Id="R63c33f5cdacd4ae3" /><Relationship Type="http://schemas.openxmlformats.org/officeDocument/2006/relationships/slide" Target="/ppt/slides/slide35.xml" Id="Rb3eaad5ae6e847d9" /><Relationship Type="http://schemas.openxmlformats.org/officeDocument/2006/relationships/slide" Target="/ppt/slides/slide36.xml" Id="Rd7e2e30978e34ec4" /><Relationship Type="http://schemas.openxmlformats.org/officeDocument/2006/relationships/slide" Target="/ppt/slides/slide37.xml" Id="R5285e9a454df4f59" /><Relationship Type="http://schemas.openxmlformats.org/officeDocument/2006/relationships/slide" Target="/ppt/slides/slide38.xml" Id="R163eeaeccfd142ab" /><Relationship Type="http://schemas.openxmlformats.org/officeDocument/2006/relationships/slide" Target="/ppt/slides/slide39.xml" Id="Rafc3b9c7d52c4cd7" /><Relationship Type="http://schemas.openxmlformats.org/officeDocument/2006/relationships/slide" Target="/ppt/slides/slide40.xml" Id="R5d4649298d6a4dbd" /><Relationship Type="http://schemas.openxmlformats.org/officeDocument/2006/relationships/slide" Target="/ppt/slides/slide41.xml" Id="Rd1e2152b4f30476c" /><Relationship Type="http://schemas.openxmlformats.org/officeDocument/2006/relationships/slide" Target="/ppt/slides/slide42.xml" Id="R1dceb5ad491c4ce3" /><Relationship Type="http://schemas.openxmlformats.org/officeDocument/2006/relationships/slide" Target="/ppt/slides/slide43.xml" Id="R5557c5f006304e1d" /><Relationship Type="http://schemas.openxmlformats.org/officeDocument/2006/relationships/slide" Target="/ppt/slides/slide44.xml" Id="R3bb0a4fe11974ce9" /><Relationship Type="http://schemas.openxmlformats.org/officeDocument/2006/relationships/slide" Target="/ppt/slides/slide45.xml" Id="Rb0ba3c190cc74079" /><Relationship Type="http://schemas.openxmlformats.org/officeDocument/2006/relationships/slide" Target="/ppt/slides/slide46.xml" Id="R98282546e98d4d65" /><Relationship Type="http://schemas.openxmlformats.org/officeDocument/2006/relationships/slide" Target="/ppt/slides/slide47.xml" Id="R4b5a4fe49bf448a3" /><Relationship Type="http://schemas.openxmlformats.org/officeDocument/2006/relationships/slide" Target="/ppt/slides/slide48.xml" Id="R7b813f9320414307" /><Relationship Type="http://schemas.openxmlformats.org/officeDocument/2006/relationships/slide" Target="/ppt/slides/slide49.xml" Id="Re3e4e2cdc7cf4572" /><Relationship Type="http://schemas.openxmlformats.org/officeDocument/2006/relationships/slide" Target="/ppt/slides/slide50.xml" Id="Rc14b15c54c604b10" /><Relationship Type="http://schemas.openxmlformats.org/officeDocument/2006/relationships/slide" Target="/ppt/slides/slide51.xml" Id="R82867055d68e4599" /><Relationship Type="http://schemas.openxmlformats.org/officeDocument/2006/relationships/slide" Target="/ppt/slides/slide52.xml" Id="Rddb11222ed6642d4" /><Relationship Type="http://schemas.openxmlformats.org/officeDocument/2006/relationships/slide" Target="/ppt/slides/slide53.xml" Id="R9d5c90a8490a428a" /><Relationship Type="http://schemas.openxmlformats.org/officeDocument/2006/relationships/slide" Target="/ppt/slides/slide54.xml" Id="R97885dc892db4f7b" /><Relationship Type="http://schemas.openxmlformats.org/officeDocument/2006/relationships/slide" Target="/ppt/slides/slide55.xml" Id="Re21d9f63ec91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d8e8bc348e4e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dc540893c6443e" /><Relationship Type="http://schemas.openxmlformats.org/officeDocument/2006/relationships/notesMaster" Target="/ppt/notesMasters/notesMaster1.xml" Id="Rbd95120438bd4f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471d746c34442c" /><Relationship Type="http://schemas.openxmlformats.org/officeDocument/2006/relationships/notesMaster" Target="/ppt/notesMasters/notesMaster1.xml" Id="Rdad262bd36cb4d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9448ec0c3b4811" /><Relationship Type="http://schemas.openxmlformats.org/officeDocument/2006/relationships/notesMaster" Target="/ppt/notesMasters/notesMaster1.xml" Id="R9814cbffef9b4b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0123cc122742c2" /><Relationship Type="http://schemas.openxmlformats.org/officeDocument/2006/relationships/notesMaster" Target="/ppt/notesMasters/notesMaster1.xml" Id="R220e9e22021146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b0c4ebfe124049" /><Relationship Type="http://schemas.openxmlformats.org/officeDocument/2006/relationships/notesMaster" Target="/ppt/notesMasters/notesMaster1.xml" Id="R5743b0291d7c4d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d75ace490846f3" /><Relationship Type="http://schemas.openxmlformats.org/officeDocument/2006/relationships/notesMaster" Target="/ppt/notesMasters/notesMaster1.xml" Id="R844e31d78eb34b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2cf69a59d94e9c" /><Relationship Type="http://schemas.openxmlformats.org/officeDocument/2006/relationships/notesMaster" Target="/ppt/notesMasters/notesMaster1.xml" Id="R319b85aef01746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6c52f1ea574c32" /><Relationship Type="http://schemas.openxmlformats.org/officeDocument/2006/relationships/notesMaster" Target="/ppt/notesMasters/notesMaster1.xml" Id="Ra601dc34073d44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19190b8aea4744" /><Relationship Type="http://schemas.openxmlformats.org/officeDocument/2006/relationships/notesMaster" Target="/ppt/notesMasters/notesMaster1.xml" Id="Rd4939d8f85be40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eea8f4cfcd4acc" /><Relationship Type="http://schemas.openxmlformats.org/officeDocument/2006/relationships/notesMaster" Target="/ppt/notesMasters/notesMaster1.xml" Id="Rcf041be49fe04a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c996fd45444462" /><Relationship Type="http://schemas.openxmlformats.org/officeDocument/2006/relationships/notesMaster" Target="/ppt/notesMasters/notesMaster1.xml" Id="R4d3927538bd642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9dda0d68dc4a90" /><Relationship Type="http://schemas.openxmlformats.org/officeDocument/2006/relationships/notesMaster" Target="/ppt/notesMasters/notesMaster1.xml" Id="R3d1bbaf43f9442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5a751ca57d4267" /><Relationship Type="http://schemas.openxmlformats.org/officeDocument/2006/relationships/notesMaster" Target="/ppt/notesMasters/notesMaster1.xml" Id="R202e5a801a3a4c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5066eeec28465d" /><Relationship Type="http://schemas.openxmlformats.org/officeDocument/2006/relationships/notesMaster" Target="/ppt/notesMasters/notesMaster1.xml" Id="Rb9bcd152c86a42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dbca24051744df" /><Relationship Type="http://schemas.openxmlformats.org/officeDocument/2006/relationships/notesMaster" Target="/ppt/notesMasters/notesMaster1.xml" Id="R6823fd623be846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3990ad87444b29" /><Relationship Type="http://schemas.openxmlformats.org/officeDocument/2006/relationships/notesMaster" Target="/ppt/notesMasters/notesMaster1.xml" Id="R1c075afa7cd746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32da2d6b014e54" /><Relationship Type="http://schemas.openxmlformats.org/officeDocument/2006/relationships/notesMaster" Target="/ppt/notesMasters/notesMaster1.xml" Id="R4b01f7ed10994b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a76503ca174672" /><Relationship Type="http://schemas.openxmlformats.org/officeDocument/2006/relationships/notesMaster" Target="/ppt/notesMasters/notesMaster1.xml" Id="Rb6c6976b849b47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c167095e914a8e" /><Relationship Type="http://schemas.openxmlformats.org/officeDocument/2006/relationships/notesMaster" Target="/ppt/notesMasters/notesMaster1.xml" Id="Rfe5d21c3f6ea4f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15028349baf4b07" /><Relationship Type="http://schemas.openxmlformats.org/officeDocument/2006/relationships/notesMaster" Target="/ppt/notesMasters/notesMaster1.xml" Id="Rb04caa64f35641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525555363d40a2" /><Relationship Type="http://schemas.openxmlformats.org/officeDocument/2006/relationships/notesMaster" Target="/ppt/notesMasters/notesMaster1.xml" Id="R96e1b943f40444a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5984255453b4699" /><Relationship Type="http://schemas.openxmlformats.org/officeDocument/2006/relationships/notesMaster" Target="/ppt/notesMasters/notesMaster1.xml" Id="Rfee5427927cb42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8394b296ab44702" /><Relationship Type="http://schemas.openxmlformats.org/officeDocument/2006/relationships/notesMaster" Target="/ppt/notesMasters/notesMaster1.xml" Id="R44660ff37ccf41a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b3a952fbc824b39" /><Relationship Type="http://schemas.openxmlformats.org/officeDocument/2006/relationships/notesMaster" Target="/ppt/notesMasters/notesMaster1.xml" Id="R5861e6042070454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3fc62c07e214d90" /><Relationship Type="http://schemas.openxmlformats.org/officeDocument/2006/relationships/notesMaster" Target="/ppt/notesMasters/notesMaster1.xml" Id="R855783289b73415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3ee19fd3a90426c" /><Relationship Type="http://schemas.openxmlformats.org/officeDocument/2006/relationships/notesMaster" Target="/ppt/notesMasters/notesMaster1.xml" Id="R90a2d6b821c544e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5f2d3c6568e4294" /><Relationship Type="http://schemas.openxmlformats.org/officeDocument/2006/relationships/notesMaster" Target="/ppt/notesMasters/notesMaster1.xml" Id="R4b0ce427cae9474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f018925f6048c5" /><Relationship Type="http://schemas.openxmlformats.org/officeDocument/2006/relationships/notesMaster" Target="/ppt/notesMasters/notesMaster1.xml" Id="R16742d7eb72d4b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65527bcadd94417" /><Relationship Type="http://schemas.openxmlformats.org/officeDocument/2006/relationships/notesMaster" Target="/ppt/notesMasters/notesMaster1.xml" Id="R8844ab4525b6445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5aeaaf24f19461c" /><Relationship Type="http://schemas.openxmlformats.org/officeDocument/2006/relationships/notesMaster" Target="/ppt/notesMasters/notesMaster1.xml" Id="Rc94dd58d9bd84d6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822380f55fe4867" /><Relationship Type="http://schemas.openxmlformats.org/officeDocument/2006/relationships/notesMaster" Target="/ppt/notesMasters/notesMaster1.xml" Id="R2cbee87effdf4a5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8dfc5380e234c46" /><Relationship Type="http://schemas.openxmlformats.org/officeDocument/2006/relationships/notesMaster" Target="/ppt/notesMasters/notesMaster1.xml" Id="R97d7bf82417a4d5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f6a795a372849e7" /><Relationship Type="http://schemas.openxmlformats.org/officeDocument/2006/relationships/notesMaster" Target="/ppt/notesMasters/notesMaster1.xml" Id="Rfc187f239d6b4c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eb809bc49f4989" /><Relationship Type="http://schemas.openxmlformats.org/officeDocument/2006/relationships/notesMaster" Target="/ppt/notesMasters/notesMaster1.xml" Id="R49fde8c63f564e4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d1c71ca6cf54d55" /><Relationship Type="http://schemas.openxmlformats.org/officeDocument/2006/relationships/notesMaster" Target="/ppt/notesMasters/notesMaster1.xml" Id="R9e493e8a325e490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402f23e7c2a49a5" /><Relationship Type="http://schemas.openxmlformats.org/officeDocument/2006/relationships/notesMaster" Target="/ppt/notesMasters/notesMaster1.xml" Id="R6ae442c6a0fe4c4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a343be0ba4642ea" /><Relationship Type="http://schemas.openxmlformats.org/officeDocument/2006/relationships/notesMaster" Target="/ppt/notesMasters/notesMaster1.xml" Id="R9351b2723c9c49b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b2e2777e4fc48d8" /><Relationship Type="http://schemas.openxmlformats.org/officeDocument/2006/relationships/notesMaster" Target="/ppt/notesMasters/notesMaster1.xml" Id="Rca0a99ac797742b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0a9fe453b9541ea" /><Relationship Type="http://schemas.openxmlformats.org/officeDocument/2006/relationships/notesMaster" Target="/ppt/notesMasters/notesMaster1.xml" Id="R70f14ef3074e41d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9afcac0dbbd41d3" /><Relationship Type="http://schemas.openxmlformats.org/officeDocument/2006/relationships/notesMaster" Target="/ppt/notesMasters/notesMaster1.xml" Id="Rd04ac86d0593485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de9d8c515fb49d0" /><Relationship Type="http://schemas.openxmlformats.org/officeDocument/2006/relationships/notesMaster" Target="/ppt/notesMasters/notesMaster1.xml" Id="R6b3a0a203f1a493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02384cb91f24720" /><Relationship Type="http://schemas.openxmlformats.org/officeDocument/2006/relationships/notesMaster" Target="/ppt/notesMasters/notesMaster1.xml" Id="R25eceaaf2503413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35c9a254fe94699" /><Relationship Type="http://schemas.openxmlformats.org/officeDocument/2006/relationships/notesMaster" Target="/ppt/notesMasters/notesMaster1.xml" Id="Rd1639d4745dc472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4ecc59c244a4cb8" /><Relationship Type="http://schemas.openxmlformats.org/officeDocument/2006/relationships/notesMaster" Target="/ppt/notesMasters/notesMaster1.xml" Id="Rf369621390e0445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a64f1c68518462a" /><Relationship Type="http://schemas.openxmlformats.org/officeDocument/2006/relationships/notesMaster" Target="/ppt/notesMasters/notesMaster1.xml" Id="R8105bc321bb8429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956b84e1359472e" /><Relationship Type="http://schemas.openxmlformats.org/officeDocument/2006/relationships/notesMaster" Target="/ppt/notesMasters/notesMaster1.xml" Id="Rc81f15d4504a4ed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da448fe227549b7" /><Relationship Type="http://schemas.openxmlformats.org/officeDocument/2006/relationships/notesMaster" Target="/ppt/notesMasters/notesMaster1.xml" Id="Rb8a48456c0464f6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ade45e821294fe8" /><Relationship Type="http://schemas.openxmlformats.org/officeDocument/2006/relationships/notesMaster" Target="/ppt/notesMasters/notesMaster1.xml" Id="R3c87f6454c6146e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5ff0c48c4024258" /><Relationship Type="http://schemas.openxmlformats.org/officeDocument/2006/relationships/notesMaster" Target="/ppt/notesMasters/notesMaster1.xml" Id="R8e73f9cb16754a6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3823054e8c64c09" /><Relationship Type="http://schemas.openxmlformats.org/officeDocument/2006/relationships/notesMaster" Target="/ppt/notesMasters/notesMaster1.xml" Id="R27faff4ad9f0483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478588fd50d4603" /><Relationship Type="http://schemas.openxmlformats.org/officeDocument/2006/relationships/notesMaster" Target="/ppt/notesMasters/notesMaster1.xml" Id="Rca1b52cf817c40b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79e4e3dc7ca4378" /><Relationship Type="http://schemas.openxmlformats.org/officeDocument/2006/relationships/notesMaster" Target="/ppt/notesMasters/notesMaster1.xml" Id="R25055c47e86f42b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ef19ad227af43a3" /><Relationship Type="http://schemas.openxmlformats.org/officeDocument/2006/relationships/notesMaster" Target="/ppt/notesMasters/notesMaster1.xml" Id="R34c91f6f6151432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0f00225c4194898" /><Relationship Type="http://schemas.openxmlformats.org/officeDocument/2006/relationships/notesMaster" Target="/ppt/notesMasters/notesMaster1.xml" Id="R15d4cf9b9b86472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fabd0f7722545f1" /><Relationship Type="http://schemas.openxmlformats.org/officeDocument/2006/relationships/notesMaster" Target="/ppt/notesMasters/notesMaster1.xml" Id="R9c6fec0dea6340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MICROSOFT COPILOT STUDIO.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สิ่งที่เราจะทำวันนี้.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เส้นทาง 09:00–16:00.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เรื่องเดียวตลอดวัน.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1.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มอง Copilot Studio เป็นส่วน ๆ.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เลือก environment ที่เตรียมไว้.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ข้อมูลที่ใช้ได้ / ใช้ไม่ได้.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Readiness มีหลายประตู.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หยุดดูหลักฐานให้ตรงคำถาม.</a:t>
            </a:r>
          </a:p>
          <a:p xmlns:a="http://schemas.openxmlformats.org/drawingml/2006/main">
            <a:r>
              <a:t>Delivery cue: หยุดให้ผู้เรียนชี้ environment, Agents และ Test บนหน้าจอของตนก่อนสร้าง Agent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2.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สร้าง Store Support Assistant.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รู้จัก Portal และ Agent.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Instructions คือบัตรงาน.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ตัวตนและขอบเขต.</a:t>
            </a:r>
          </a:p>
          <a:p xmlns:a="http://schemas.openxmlformats.org/drawingml/2006/main">
            <a:r>
              <a:t>Delivery cue: ถามสองกรณีแยกกัน: หน้าที่ของ Agent และ stock สดที่ Agent ไม่มีสิทธิ์อ้าง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Instructions ก่อน Knowledge.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สร้าง → ตรวจ → บันทึก → Test.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ทดสอบขอบเขตก่อนใส่คู่มือ.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Agent ตั้งต้น.</a:t>
            </a:r>
          </a:p>
          <a:p xmlns:a="http://schemas.openxmlformats.org/drawingml/2006/main">
            <a:r>
              <a:t>Delivery cue: Checkpoint: ให้ผู้เรียนเล่าหน้าที่ ขอบเขต และสิ่งที่ยังตอบจากคู่มือไม่ได้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10:15–10:30.</a:t>
            </a:r>
          </a:p>
          <a:p xmlns:a="http://schemas.openxmlformats.org/drawingml/2006/main">
            <a:r>
              <a:t>Delivery cue: พักตามตาราง แล้วกลับมาทวนสิ่งที่ผู้เรียนทำได้ก่อนเริ่มช่วงถัดไป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3.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คู่มือสองไฟล์มีหน้าที่ต่างกัน.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Knowledge route.</a:t>
            </a:r>
          </a:p>
          <a:p xmlns:a="http://schemas.openxmlformats.org/drawingml/2006/main">
            <a:r>
              <a:t>Delivery cue: ก่อนอัปโหลด ให้เปิดคู่มือข้อ G3, G4, G7 และถามว่าข้อมูลใดควรเป็น source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อ่านไฟล์ก่อนอัปโหลด.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เพิ่ม Knowledge สองไฟล์.</a:t>
            </a:r>
          </a:p>
          <a:p xmlns:a="http://schemas.openxmlformats.org/drawingml/2006/main">
            <a:r>
              <a:t>Delivery cue: รอ Ready จริง; ถ้า source ยังไม่พร้อม อย่าแปลผลคำตอบว่าการดึงข้อมูลผ่านแล้ว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คำถามที่คู่มือรองรับ.</a:t>
            </a:r>
          </a:p>
          <a:p xmlns:a="http://schemas.openxmlformats.org/drawingml/2006/main">
            <a:r>
              <a:t>Delivery cue: ลอง K1 แล้วพักให้ผู้เรียนเทียบคำตอบกับ G4 ทีละข้อมูล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ตรวจคำตอบกับ G4.</a:t>
            </a:r>
          </a:p>
          <a:p xmlns:a="http://schemas.openxmlformats.org/drawingml/2006/main">
            <a:r>
              <a:t>Delivery cue: ชี้จำนวนตามเอกสาร จำนวนที่นับได้ และรายการตัวอย่างใน G4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Citation กับข้อความในไฟล์.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คำถามที่คู่มือไม่ตอบ.</a:t>
            </a:r>
          </a:p>
          <a:p xmlns:a="http://schemas.openxmlformats.org/drawingml/2006/main">
            <a:r>
              <a:t>Delivery cue: ลอง K2 และย้ำว่าไม่มี SLA ใน guide; คำตอบที่ดีต้องยอมรับข้อจำกัด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Knowledge.</a:t>
            </a:r>
          </a:p>
          <a:p xmlns:a="http://schemas.openxmlformats.org/drawingml/2006/main">
            <a:r>
              <a:t>Delivery cue: Pause 5 นาที: ให้คู่สนทนาชี้แหล่งหลักฐานสำหรับ K1 และเหตุผลที่ K2 ไม่ควรเดา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12:00–13:00.</a:t>
            </a:r>
          </a:p>
          <a:p xmlns:a="http://schemas.openxmlformats.org/drawingml/2006/main">
            <a:r>
              <a:t>Delivery cue: พักตามตาราง แล้วกลับมาทวนสิ่งที่ผู้เรียนทำได้ก่อนเริ่มช่วงถัดไป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4.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Topic เหมือนแบบฟอร์มสั้น.</a:t>
            </a:r>
          </a:p>
          <a:p xmlns:a="http://schemas.openxmlformats.org/drawingml/2006/main">
            <a:r>
              <a:t>Delivery cue: Topic เหมือนแบบฟอร์มปากเปล่า: ถามหนึ่งช่อง ทวน แล้วขออนุญาตก่อน action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หนึ่งคำถามและคำยืนยัน.</a:t>
            </a:r>
          </a:p>
          <a:p xmlns:a="http://schemas.openxmlformats.org/drawingml/2006/main">
            <a:r>
              <a:t>Delivery cue: ให้ผู้เรียนสร้าง Text IssueDetails และ Boolean SendConfirmed; ตรวจสองชนิดข้อมูลก่อนต่อ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Condition เป็นประตูของ action.</a:t>
            </a:r>
          </a:p>
          <a:p xmlns:a="http://schemas.openxmlformats.org/drawingml/2006/main">
            <a:r>
              <a:t>Delivery cue: ทดลอง Yes และ No ตอนที่ยังไม่มี Flow; ทั้งสองทางยังต้องไม่ส่งอีเมล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Day 1 → Day 2 Flow.</a:t>
            </a:r>
          </a:p>
          <a:p xmlns:a="http://schemas.openxmlformats.org/drawingml/2006/main">
            <a:r>
              <a:t>Delivery cue: เชื่อม Day 1 แบบสั้น: Outlook action คุ้นเคย แต่ Day 2 ใช้ Agent trigger และ response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Agent Flow contract.</a:t>
            </a:r>
          </a:p>
          <a:p xmlns:a="http://schemas.openxmlformats.org/drawingml/2006/main">
            <a:r>
              <a:t>Delivery cue: ย้ำสัญญา Flow: IssueDetails Text เข้า, ResponseMessage Text ออก, mailbox เป็นค่าคงที่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สร้าง Flow สั้น ๆ.</a:t>
            </a:r>
          </a:p>
          <a:p xmlns:a="http://schemas.openxmlformats.org/drawingml/2006/main">
            <a:r>
              <a:t>Delivery cue: พักตรวจ flow ก่อนเชื่อม: Outlook สำเร็จก่อน response, asynchronous response ปิด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เชื่อมเฉพาะ Yes.</a:t>
            </a:r>
          </a:p>
          <a:p xmlns:a="http://schemas.openxmlformats.org/drawingml/2006/main">
            <a:r>
              <a:t>Delivery cue: ให้ผู้เรียนชี้ว่า Call an action อยู่ใต้ Yes เท่านั้น และ map Topic.IssueDetails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evidence triangle.</a:t>
            </a:r>
          </a:p>
          <a:p xmlns:a="http://schemas.openxmlformats.org/drawingml/2006/main">
            <a:r>
              <a:t>Delivery cue: ทดสอบ Yes และ No คนละ conversation; เปิด Test trace, run history และ Inbox ไม่ใช้แชตอย่างเดียวเป็นหลักฐาน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14:30–14:45.</a:t>
            </a:r>
          </a:p>
          <a:p xmlns:a="http://schemas.openxmlformats.org/drawingml/2006/main">
            <a:r>
              <a:t>Delivery cue: พักตามตาราง แล้วกลับมาทวนสิ่งที่ผู้เรียนทำได้ก่อนเริ่มช่วงถัดไป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5.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Publish ไม่เท่ากับ Access.</a:t>
            </a:r>
          </a:p>
          <a:p xmlns:a="http://schemas.openxmlformats.org/drawingml/2006/main">
            <a:r>
              <a:t>Delivery cue: แยก Save, Publish, Channel และ permission; ให้ผู้เรียนบอกสิ่งที่แต่ละขั้นพิสูจน์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Authentication และ Permissions.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ทดสอบ Published Experience.</a:t>
            </a:r>
          </a:p>
          <a:p xmlns:a="http://schemas.openxmlformats.org/drawingml/2006/main">
            <a:r>
              <a:t>Delivery cue: หาก channel ถูก policy block ให้บันทึก pending หรือ instructor demo ไม่อ้างว่า publish ผ่าน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Governance checkpoint.</a:t>
            </a:r>
          </a:p>
          <a:p xmlns:a="http://schemas.openxmlformats.org/drawingml/2006/main">
            <a:r>
              <a:t>Delivery cue: อ่านหลักฐานจริงแล้วเลือก Passed, Pending หรือ Demo; ห้ามยกระดับผลจาก local build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Microsoft 365 Copilot Agent Builder.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Agent Builder: instructor demo.</a:t>
            </a:r>
          </a:p>
          <a:p xmlns:a="http://schemas.openxmlformats.org/drawingml/2006/main">
            <a:r>
              <a:t>Delivery cue: Instructor only: New agent, Describe หรือ Skip to configure, ตรวจ Configure และเพิ่มคู่มือสมมติ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Agent Builder กับ Configure.</a:t>
            </a:r>
          </a:p>
          <a:p xmlns:a="http://schemas.openxmlformats.org/drawingml/2006/main">
            <a:r>
              <a:t>Delivery cue: Instructor only: ใช้ Try it ถาม K1/K2 แล้วเทียบกับ source; ไม่ให้ผู้เรียนสร้างหรือแชร์ Agent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Copilot Studio กับ Agent Builder.</a:t>
            </a:r>
          </a:p>
          <a:p xmlns:a="http://schemas.openxmlformats.org/drawingml/2006/main">
            <a:r>
              <a:t>Delivery cue: ชวนเปรียบเทียบผู้ช่วยตอบจากคู่มือกับผู้ช่วยที่ต้องถามยืนยันและทำ action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เลือกเครื่องมือให้ตรงงาน.</a:t>
            </a:r>
          </a:p>
          <a:p xmlns:a="http://schemas.openxmlformats.org/drawingml/2006/main">
            <a:r>
              <a:t>Delivery cue: เมื่อใดต้องเพิ่ม Topic, multi-step workflow, integration หรือ lifecycle control จึงขยับมา Copilot Studio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6.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Run a prompt ใน Flow.</a:t>
            </a:r>
          </a:p>
          <a:p xmlns:a="http://schemas.openxmlformats.org/drawingml/2006/main">
            <a:r>
              <a:t>Delivery cue: Instructor only: แสดง Run a prompt ใน flow ที่เตรียมไว้ หยุดให้คนตรวจ output ก่อน action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AI Builder: ขอบเขตการสาธิต.</a:t>
            </a:r>
          </a:p>
          <a:p xmlns:a="http://schemas.openxmlformats.org/drawingml/2006/main">
            <a:r>
              <a:t>Delivery cue: ชี้ entitlement, credits, region/capacity และ recorded-demo fallback ตามผล rehearsal จริง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Review &amp; Q&amp;A.</a:t>
            </a:r>
          </a:p>
          <a:p xmlns:a="http://schemas.openxmlformats.org/drawingml/2006/main">
            <a:r>
              <a:t>Delivery cue: ให้ผู้เรียนสรุปหนึ่งประโยค: guide ตอบ, Topic ถาม, Flow ทำ, evidence พิสูจน์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5e13bb79a4b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698d0a263e4fce" /><Relationship Type="http://schemas.openxmlformats.org/officeDocument/2006/relationships/slideLayout" Target="/ppt/slideLayouts/slideLayout1.xml" Id="R1324df9d9c324e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4df9d9c324e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f5d5695134760" /><Relationship Type="http://schemas.openxmlformats.org/officeDocument/2006/relationships/image" Target="/ppt/media/image.png" Id="R8ac6e93755134096" /><Relationship Type="http://schemas.openxmlformats.org/officeDocument/2006/relationships/notesSlide" Target="/ppt/notesSlides/notesSlide1.xml" Id="R77908a6b3fd64d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a190217914288" /><Relationship Type="http://schemas.openxmlformats.org/officeDocument/2006/relationships/notesSlide" Target="/ppt/notesSlides/notesSlide2.xml" Id="R92bd85a730ed4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dc32f337f4102" /><Relationship Type="http://schemas.openxmlformats.org/officeDocument/2006/relationships/notesSlide" Target="/ppt/notesSlides/notesSlide3.xml" Id="Rd07a9d466b4245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b300125184873" /><Relationship Type="http://schemas.openxmlformats.org/officeDocument/2006/relationships/notesSlide" Target="/ppt/notesSlides/notesSlide4.xml" Id="R32e554f5373d43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3787edfb54900" /><Relationship Type="http://schemas.openxmlformats.org/officeDocument/2006/relationships/image" Target="/ppt/media/image2.png" Id="Rfca4162f07384804" /><Relationship Type="http://schemas.openxmlformats.org/officeDocument/2006/relationships/notesSlide" Target="/ppt/notesSlides/notesSlide5.xml" Id="R5f65deda50d344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50233b49946ad" /><Relationship Type="http://schemas.openxmlformats.org/officeDocument/2006/relationships/notesSlide" Target="/ppt/notesSlides/notesSlide6.xml" Id="R33935643038f47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10f5a40f646be" /><Relationship Type="http://schemas.openxmlformats.org/officeDocument/2006/relationships/notesSlide" Target="/ppt/notesSlides/notesSlide7.xml" Id="Rfcfbdd80393340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e8d51360c4ab3" /><Relationship Type="http://schemas.openxmlformats.org/officeDocument/2006/relationships/notesSlide" Target="/ppt/notesSlides/notesSlide8.xml" Id="R3f2d56978cf649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418a6af0a43be" /><Relationship Type="http://schemas.openxmlformats.org/officeDocument/2006/relationships/notesSlide" Target="/ppt/notesSlides/notesSlide9.xml" Id="R7d269942b66245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65b5d208b41a6" /><Relationship Type="http://schemas.openxmlformats.org/officeDocument/2006/relationships/notesSlide" Target="/ppt/notesSlides/notesSlide10.xml" Id="Rdec297038feb4d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c0868dd334495" /><Relationship Type="http://schemas.openxmlformats.org/officeDocument/2006/relationships/image" Target="/ppt/media/image3.png" Id="Rf998aa70d8684edb" /><Relationship Type="http://schemas.openxmlformats.org/officeDocument/2006/relationships/notesSlide" Target="/ppt/notesSlides/notesSlide11.xml" Id="R98da8940c4234c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93be7d1604f53" /><Relationship Type="http://schemas.openxmlformats.org/officeDocument/2006/relationships/notesSlide" Target="/ppt/notesSlides/notesSlide12.xml" Id="Rdb21b1261f724f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a57a5a26b4af1" /><Relationship Type="http://schemas.openxmlformats.org/officeDocument/2006/relationships/notesSlide" Target="/ppt/notesSlides/notesSlide13.xml" Id="R64985b74ca3848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8744f368c469e" /><Relationship Type="http://schemas.openxmlformats.org/officeDocument/2006/relationships/notesSlide" Target="/ppt/notesSlides/notesSlide14.xml" Id="R0181d3ddd89042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614e5dd464b9b" /><Relationship Type="http://schemas.openxmlformats.org/officeDocument/2006/relationships/notesSlide" Target="/ppt/notesSlides/notesSlide15.xml" Id="R9f937247d2424b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3f42263714d5e" /><Relationship Type="http://schemas.openxmlformats.org/officeDocument/2006/relationships/notesSlide" Target="/ppt/notesSlides/notesSlide16.xml" Id="R97ebc10510df4c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fabaeefbd404d" /><Relationship Type="http://schemas.openxmlformats.org/officeDocument/2006/relationships/notesSlide" Target="/ppt/notesSlides/notesSlide17.xml" Id="R395a50e0b0574e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8f35707b94913" /><Relationship Type="http://schemas.openxmlformats.org/officeDocument/2006/relationships/notesSlide" Target="/ppt/notesSlides/notesSlide18.xml" Id="Re854e5eab6fc48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824b084cb4ca9" /><Relationship Type="http://schemas.openxmlformats.org/officeDocument/2006/relationships/notesSlide" Target="/ppt/notesSlides/notesSlide19.xml" Id="R6e05481223ff40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29daa116141e7" /><Relationship Type="http://schemas.openxmlformats.org/officeDocument/2006/relationships/image" Target="/ppt/media/image4.png" Id="Rb8f33887a58145c2" /><Relationship Type="http://schemas.openxmlformats.org/officeDocument/2006/relationships/notesSlide" Target="/ppt/notesSlides/notesSlide20.xml" Id="R41d21354717846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9f7ee91f1480b" /><Relationship Type="http://schemas.openxmlformats.org/officeDocument/2006/relationships/image" Target="/ppt/media/image5.png" Id="Rc06460adcdfa4d5c" /><Relationship Type="http://schemas.openxmlformats.org/officeDocument/2006/relationships/notesSlide" Target="/ppt/notesSlides/notesSlide21.xml" Id="Ra7e0f8e43d5742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404362e474bc0" /><Relationship Type="http://schemas.openxmlformats.org/officeDocument/2006/relationships/notesSlide" Target="/ppt/notesSlides/notesSlide22.xml" Id="R303379d5e92b45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c454f04034d81" /><Relationship Type="http://schemas.openxmlformats.org/officeDocument/2006/relationships/notesSlide" Target="/ppt/notesSlides/notesSlide23.xml" Id="Ra7ffd70c00b44db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eee5abbbd47cc" /><Relationship Type="http://schemas.openxmlformats.org/officeDocument/2006/relationships/notesSlide" Target="/ppt/notesSlides/notesSlide24.xml" Id="R22d4c45f5e7c414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14c7833934b25" /><Relationship Type="http://schemas.openxmlformats.org/officeDocument/2006/relationships/notesSlide" Target="/ppt/notesSlides/notesSlide25.xml" Id="R4f8d5bab801b4ed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bc4322e5d4db1" /><Relationship Type="http://schemas.openxmlformats.org/officeDocument/2006/relationships/notesSlide" Target="/ppt/notesSlides/notesSlide26.xml" Id="R3ebd2fb142334cf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62ef93658448c" /><Relationship Type="http://schemas.openxmlformats.org/officeDocument/2006/relationships/notesSlide" Target="/ppt/notesSlides/notesSlide27.xml" Id="R25f22ca9c55b4f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f8336e81d4b7d" /><Relationship Type="http://schemas.openxmlformats.org/officeDocument/2006/relationships/notesSlide" Target="/ppt/notesSlides/notesSlide28.xml" Id="R574fce000998479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f7180a56f4020" /><Relationship Type="http://schemas.openxmlformats.org/officeDocument/2006/relationships/notesSlide" Target="/ppt/notesSlides/notesSlide29.xml" Id="R63ae120910e44c7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53a1efc604f7e" /><Relationship Type="http://schemas.openxmlformats.org/officeDocument/2006/relationships/notesSlide" Target="/ppt/notesSlides/notesSlide30.xml" Id="R4842b785dbe649e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307a7e8d64805" /><Relationship Type="http://schemas.openxmlformats.org/officeDocument/2006/relationships/image" Target="/ppt/media/image.png" Id="R3b11ddc118db4cd7" /><Relationship Type="http://schemas.openxmlformats.org/officeDocument/2006/relationships/notesSlide" Target="/ppt/notesSlides/notesSlide31.xml" Id="R9bec2c9484bc41d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2295b95d1412b" /><Relationship Type="http://schemas.openxmlformats.org/officeDocument/2006/relationships/image" Target="/ppt/media/image6.png" Id="R171cdaa10dc04398" /><Relationship Type="http://schemas.openxmlformats.org/officeDocument/2006/relationships/notesSlide" Target="/ppt/notesSlides/notesSlide32.xml" Id="R080f6dbfa0f64cc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505084b04425f" /><Relationship Type="http://schemas.openxmlformats.org/officeDocument/2006/relationships/notesSlide" Target="/ppt/notesSlides/notesSlide33.xml" Id="R08306c32de91490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6a297ef7a4a80" /><Relationship Type="http://schemas.openxmlformats.org/officeDocument/2006/relationships/notesSlide" Target="/ppt/notesSlides/notesSlide34.xml" Id="R72a0e0280d524c5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21d0030304d39" /><Relationship Type="http://schemas.openxmlformats.org/officeDocument/2006/relationships/notesSlide" Target="/ppt/notesSlides/notesSlide35.xml" Id="R2486c116919c42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7202e79854622" /><Relationship Type="http://schemas.openxmlformats.org/officeDocument/2006/relationships/notesSlide" Target="/ppt/notesSlides/notesSlide36.xml" Id="Rafa758c8a8b243b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dd654563a47f3" /><Relationship Type="http://schemas.openxmlformats.org/officeDocument/2006/relationships/notesSlide" Target="/ppt/notesSlides/notesSlide37.xml" Id="Rb3aa926760d14a4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e53f231a847d1" /><Relationship Type="http://schemas.openxmlformats.org/officeDocument/2006/relationships/notesSlide" Target="/ppt/notesSlides/notesSlide38.xml" Id="Rbad82b605e1b4a7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62013cc4346dd" /><Relationship Type="http://schemas.openxmlformats.org/officeDocument/2006/relationships/notesSlide" Target="/ppt/notesSlides/notesSlide39.xml" Id="R7590ded317f9473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2db8b569941d3" /><Relationship Type="http://schemas.openxmlformats.org/officeDocument/2006/relationships/notesSlide" Target="/ppt/notesSlides/notesSlide40.xml" Id="Rd38941ee224a40e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6285ebea74086" /><Relationship Type="http://schemas.openxmlformats.org/officeDocument/2006/relationships/image" Target="/ppt/media/image7.png" Id="Rfa5da812963448db" /><Relationship Type="http://schemas.openxmlformats.org/officeDocument/2006/relationships/notesSlide" Target="/ppt/notesSlides/notesSlide41.xml" Id="R379a2ec6372c4c7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f34758b08401f" /><Relationship Type="http://schemas.openxmlformats.org/officeDocument/2006/relationships/image" Target="/ppt/media/image8.png" Id="R2b6ac8894f1449e9" /><Relationship Type="http://schemas.openxmlformats.org/officeDocument/2006/relationships/notesSlide" Target="/ppt/notesSlides/notesSlide42.xml" Id="Rabb4d3dcfd23491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20bb216ae4a26" /><Relationship Type="http://schemas.openxmlformats.org/officeDocument/2006/relationships/notesSlide" Target="/ppt/notesSlides/notesSlide43.xml" Id="R89a6f75458844a4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1aaf96f70409c" /><Relationship Type="http://schemas.openxmlformats.org/officeDocument/2006/relationships/notesSlide" Target="/ppt/notesSlides/notesSlide44.xml" Id="Rb609c669391f4ad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88ac43908423b" /><Relationship Type="http://schemas.openxmlformats.org/officeDocument/2006/relationships/notesSlide" Target="/ppt/notesSlides/notesSlide45.xml" Id="R0454ad74c720407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ed1c9a076492e" /><Relationship Type="http://schemas.openxmlformats.org/officeDocument/2006/relationships/notesSlide" Target="/ppt/notesSlides/notesSlide46.xml" Id="R2d288fb806b3411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7ce9108894291" /><Relationship Type="http://schemas.openxmlformats.org/officeDocument/2006/relationships/image" Target="/ppt/media/image9.png" Id="R0739e34a8f5e4a7d" /><Relationship Type="http://schemas.openxmlformats.org/officeDocument/2006/relationships/notesSlide" Target="/ppt/notesSlides/notesSlide47.xml" Id="R29b6e20534864d7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8340b8a4b4214" /><Relationship Type="http://schemas.openxmlformats.org/officeDocument/2006/relationships/notesSlide" Target="/ppt/notesSlides/notesSlide48.xml" Id="R512e18d97f09454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7faa73f0e4cc0" /><Relationship Type="http://schemas.openxmlformats.org/officeDocument/2006/relationships/notesSlide" Target="/ppt/notesSlides/notesSlide49.xml" Id="R6ac85e7aba8b489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842b0f0df4562" /><Relationship Type="http://schemas.openxmlformats.org/officeDocument/2006/relationships/notesSlide" Target="/ppt/notesSlides/notesSlide50.xml" Id="R97860a9bc2a1478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e3dbe10ad4983" /><Relationship Type="http://schemas.openxmlformats.org/officeDocument/2006/relationships/notesSlide" Target="/ppt/notesSlides/notesSlide51.xml" Id="R6da5b69f7de7469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79f58f4004a78" /><Relationship Type="http://schemas.openxmlformats.org/officeDocument/2006/relationships/image" Target="/ppt/media/image10.png" Id="R4e2d763451494817" /><Relationship Type="http://schemas.openxmlformats.org/officeDocument/2006/relationships/notesSlide" Target="/ppt/notesSlides/notesSlide52.xml" Id="R609198406af7472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898ae98424920" /><Relationship Type="http://schemas.openxmlformats.org/officeDocument/2006/relationships/notesSlide" Target="/ppt/notesSlides/notesSlide53.xml" Id="R9995a128b967434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b91b3963d4bbc" /><Relationship Type="http://schemas.openxmlformats.org/officeDocument/2006/relationships/notesSlide" Target="/ppt/notesSlides/notesSlide54.xml" Id="Rf3ac75f2d3a7402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dbc7c1e744481" /><Relationship Type="http://schemas.openxmlformats.org/officeDocument/2006/relationships/notesSlide" Target="/ppt/notesSlides/notesSlide55.xml" Id="R99ed4d8ca7d946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6e93755134096"/>
          <a:srcRect xmlns:a="http://schemas.openxmlformats.org/drawingml/2006/main" l="42103" t="0" r="16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F36B2CF-F0B9-4000-AE2B-1843A605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7196DC1-6BC5-44BB-89D1-2CC0E716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10A8E2-6699-4A56-909F-36B178E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MICROSOFT COPILOT STUDIO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AF9B55B-CCCE-4EFB-A14B-7F0E6CB0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Day 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9539ACF-0767-4FC3-9C99-377D711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381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สร้างผู้ช่วยสาขา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จากคำตอบสู่การลงมือทำ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BF6AC8D-7805-48D5-8BCD-416916EF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Portal → Instructions → Knowledge → Topic → Agent Flow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35CB8C5-FA4B-405F-919F-91E3F5A1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4095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64CE2F3-C442-4758-8615-CA17F3F3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Beginner workshop • 09:00–16:00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D6BD04-546F-4D44-9D68-3098E092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EC1CC4D-A9A9-4048-A999-B86CE2BB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6010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8647F86-39A1-4F37-A132-E9EDAF62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1DA233-DFE9-41F9-8AF2-17B6671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0BFF58-22C4-4015-9087-7CA6445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สิ่งที่เราจะทำวันนี้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D1583C3-70E9-4336-973C-4EC4E3D4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เริ่มจากพื้นที่ทำงานและคู่มือ ก่อนส่งเรื่องฝึก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2E16C4-7780-4562-9EB0-71D2D13B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6FA61D-1B56-4874-886D-FC28FB7A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ADF416C-46D3-4DFC-8866-21ECC36B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4F1083A-CEE6-4EA3-82A1-CBF5F03A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9F90C37-25F2-484E-A424-4C64E0AA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6C33C6C-CC5F-4901-A80C-6A455FC4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4A90E35-21FD-49C2-B26D-3C26D725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118C3E-C0C2-47A2-A910-91836FF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 environment หน้าที่ และขอบเขต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C6D8DDC-B649-4333-BD26-54FF362D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ACCF7D3-C161-48B3-87FA-71D350D3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22A0219-938A-463E-81FE-5619F6A1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1112EB3-3AA4-4354-8BA3-C7ACD39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E1A941D-51BA-4DB6-BA31-3A9C11D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544ED52-B6AA-49D4-9D9C-D64B27EC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ตอบจากคู่มือที่ตรวจได้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19CDDEF-67AE-44EC-937A-DD62CF6F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20E7D3B-A712-4556-BF2E-4CE4A62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E3EC1A0D-A84F-4CDE-AB8F-838BA86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ACD1E15-6A4E-4C05-BF9F-3ACF968C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308E64C-F514-47D0-9825-6596C8E0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 + Flow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14D566C-5F5C-4493-8109-47B4AD02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ถามหนึ่งช่อง ยืนยัน แล้วส่ง mailbox ฝึก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929E35B-D7C6-48C3-83BF-006D611A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80392BE-870B-4CEB-8867-E095E9A0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หกแบบฝึกหัดใน Copilot Studio • Agent Builder และ AI Builder เป็น instructor demo</a:t>
            </a:r>
          </a:p>
        </p:txBody>
      </p:sp>
    </p:spTree>
    <p:extLst>
      <p:ext uri="{BB962C8B-B14F-4D97-AF65-F5344CB8AC3E}">
        <p14:creationId xmlns:p14="http://schemas.microsoft.com/office/powerpoint/2010/main" val="1188332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C6993D4-789C-4691-B6D1-0A70F09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9DB80D-7F3F-43C3-A827-A96FDC9E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4711EE-EDB8-48CB-88BF-DD5878BB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เส้นทาง 09:00–16:00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00B757A-69DE-47BC-B9EC-1A5E68CD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6 Exercises • 330 นาที instruction/activity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FE1766D-8B31-405E-9155-4FF4F082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ED7A60-9A29-4129-AC30-2E12051A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94EACF9-3877-4932-9C4A-369E0D8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DFD78A6-5384-44B4-AE9E-8FA6B5F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835C86-891B-4FEC-98F5-D71CCC8A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4A63C4-99DB-4B40-9F59-DB557654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09:00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58CEBB2-0605-4F8A-8D82-5334C3D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Portal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+ Test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A84D165-A7F5-4E63-90C0-5FB5F606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6DBD01B-D8E7-49CD-9123-190F3DA8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75B10BE-5B66-46FB-983D-5D0B0F1D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73F8F2F-C826-4BD7-8362-C4CB63F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A257448-5052-456A-B89A-6F391365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10:15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0EA3D41-8FA6-4B08-B195-7A586A7B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Break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F167210-477C-4E5D-AD06-F380AFF7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BB56480-3B8C-4725-B01E-3B42B79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8E1B236-1091-4F93-8CE4-69568AC0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EC63862-B929-4754-B98D-6E39C4AC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E39B0F6-4855-4AEF-BDE5-F0DE1164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12:00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E531F99-A0E3-4025-ACE1-72E6FED3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Lunch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 + Flow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92DB964-DE2B-4542-915C-1C8D1A94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82C7A99-FC59-4EB8-9BB1-1DE5B32A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B6D0A26-1809-4D43-A6D7-7F380882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A5B8C91-8A0D-4F74-BECD-30E1C1E1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37B315-ABDC-462A-9041-729790ED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14:30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88F3B30-32F5-48FF-A7C8-EADD39B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Break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Publish + demos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AE7ADEC-1CB5-4D32-881B-953EC8D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EA95912-A2E5-4B84-825F-4C0D58F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09:00–10:15 Agent • 10:30–12:00 Knowledge • 13:00–14:30 Topic/Flow • 14:45–16:00 Publish/Demos</a:t>
            </a:r>
          </a:p>
        </p:txBody>
      </p:sp>
    </p:spTree>
    <p:extLst>
      <p:ext uri="{BB962C8B-B14F-4D97-AF65-F5344CB8AC3E}">
        <p14:creationId xmlns:p14="http://schemas.microsoft.com/office/powerpoint/2010/main" val="1633777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DFCC378-9E42-40D3-B26A-C07516FE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2527FE-6CDF-43F2-B8FA-A38D6AAB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FE9AB5-385D-48F1-80BF-52B2B75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เรื่องเดียวตลอดวัน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800956-AE78-48D0-818C-1D4645B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 Support Assistant ทำงานกับข้อมูลสมมติ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BF229C-015B-4921-ACC3-25CB03D3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9D4EBD3-EA0C-4AE6-877D-7849DCA9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B8F2D85-67F0-4ED6-89E0-15D649D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A306394-351A-446C-A3FC-B6C7B7F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51612F-05E7-4093-B881-868C616C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B74B98C-2A85-42D7-97BE-6698E113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ถามคู่มือ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2E8A15C-577A-4DD5-8C07-3FE50A65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ตอบจาก approved Knowledge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A404A0-8EA3-4207-B202-D7632E71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4B83C42-148D-4C79-ACFE-74F15B0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9B86594-56AF-4CEB-BC9E-F7C395D4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310F778-81EE-4228-A1D0-F3485CBF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509315E-58E7-4A74-B735-421F3F4D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แจ้งปัญหา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8AC98F3-9F86-411A-875C-63CC6DCF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 ถาม IssueDetails หนึ่งช่อง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149D4CF-06F3-4C0D-BB71-D1E3E2A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E172927-ECE5-4BA1-B487-DB97EF20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0A9CA63-78B4-4835-83B8-F76EBAC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6A50F0B-1874-4709-90D8-78E0A622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7AB37CE-4B40-4EE3-B5F4-175A792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ยืนยัน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F6F45CB-4522-4F64-AC48-12146A24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Boolean Yes/No คุมทางเดิน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684F875-CE71-46B2-9DCB-0B89DF57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942900B-7BAE-4488-9167-D67080D0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7AB6DEC9-E26E-4D73-BD73-DB6C4277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28BA25D-A448-4A09-8880-06610590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2AB549B-75CB-4A6E-8ED6-70B6523C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ส่งต่อ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5DBA63F-1F46-468A-8309-FBCA44E7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Flow ส่งและตอบกลับ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5E27498-0A1A-44B2-ADB6-0DB7A89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5CB56D3-721E-4E58-9B3E-F4EBC41A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ข้อมูลสมมติเท่านั้น • ไม่มี ticket จริง • ไม่มี stock สด</a:t>
            </a:r>
          </a:p>
        </p:txBody>
      </p:sp>
    </p:spTree>
    <p:extLst>
      <p:ext uri="{BB962C8B-B14F-4D97-AF65-F5344CB8AC3E}">
        <p14:creationId xmlns:p14="http://schemas.microsoft.com/office/powerpoint/2010/main" val="2017583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4162f0738480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B5E5D35-5BED-42D7-9775-B97304CE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9EA5825-EA03-48E9-8D7A-07262322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F38BEF1-62CD-4364-8F32-01C1E2B6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E6508F6-D4F0-4AFB-9001-F43B2D54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เริ่มจากเคาน์เตอร์ที่ปลอดภัย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652DD65-D576-44DE-950E-5BBD4086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 environment ขอบเขตข้อมูล และหลักฐานก่อนสร้าง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BC63626-9AF2-4F50-A8F6-E53139FD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16DA936-4A41-49B7-90E3-B8F557EB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Foundations • Environment • Safety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78FF697-4872-4BAB-A9F0-721E085F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A810917-6CD8-40E4-8C9D-004D1660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7772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294A076-8BD3-425B-9F32-E592B382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01CE73-B5BC-4F36-BBA8-9D38AAD3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C3FB00D-1A92-4236-A413-6946DAA9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มอง Copilot Studio เป็นส่วน 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139F6F4-B3D3-499F-AE40-48D9964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Portal และ environment มาก่อนการสร้าง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0F3B6D-B2FF-45A8-A540-CDCE3EC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600CB9F-3FE6-4690-9E76-9C853E92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96299DE-EBE8-4D08-A089-B60EE6FC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C49C4C-2ED0-4BE0-BE6F-47762B12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7599868-2152-419A-A576-738F8F86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443A377-1486-425B-B0E0-15704B43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EA62DAD-60C3-4B77-956F-53D72FE0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 + Instructions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F57A378-C1F4-4135-9B92-2CC7885B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บอกว่าเป็นใคร ทำอะไร และหยุดตรงไหน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A10EE3F-517C-4285-B9E8-37D91B7F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96D548F-DAB7-4643-8826-7C432F71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256CE09-F341-41DC-B81D-1327366A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5E1D7AC-B0D0-499F-9764-43337E7F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96D5D5-C1B1-40B3-B133-68EC8E26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4D9E790-270B-44D8-A5B8-3D9B97A3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ให้เนื้อหาที่อนุมัติสำหรับตอบคำถาม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A987562-06FE-4376-A47D-3EC9FE09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A51BD06-7238-4453-B0E3-2B81D21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7F842629-C0E6-4C43-AD39-9697490D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90ACFB3-CDD8-48F5-9B46-0D533D2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FB61013-58E3-4D50-9EF1-C0758267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7FC9246-CFA9-4067-A4FC-DCA25055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กำหนดบทสนทนาแบบเป็นขั้นตอน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EB9A2F9-8D96-48AC-AFF4-617AF7F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787979A-B683-479D-A328-5E73AA39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718EAEF3-AAAD-44F0-B926-D3D2E7CA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29453BD-5995-4C69-A435-249741A8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477DFA9-1CCC-48A7-909F-F6112C94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Tool + Channel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CB445A1-BA8B-4BC8-B7DC-A959C434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ลงมือทำและเปิดให้ผู้ใช้เข้าถึง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C3111286-029F-453B-A840-219E8CC2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06941D7-75A3-4379-96F8-408C17A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เริ่มด้วยการหาพื้นที่ทำงาน แล้วค่อยเพิ่มความสามารถ</a:t>
            </a:r>
          </a:p>
        </p:txBody>
      </p:sp>
    </p:spTree>
    <p:extLst>
      <p:ext uri="{BB962C8B-B14F-4D97-AF65-F5344CB8AC3E}">
        <p14:creationId xmlns:p14="http://schemas.microsoft.com/office/powerpoint/2010/main" val="1160775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5416984-FD75-40F8-9BB2-790E965A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54BA2A-77D7-4E37-A2FC-D1135A28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AF16D2-06AA-4306-8D5F-4BFF70B5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เลือก environment ที่เตรียมไว้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18854D-9E48-4C9B-ADF6-279FC403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Environment คือห้องทำงานร่วมของ Agent, Flow และ Connections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B9CDB91-FB84-4D76-9452-35DC30C1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54184C8-0C7C-4DB0-A2A4-B8025B81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87E6BC3-3E7E-4103-A403-6F12466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58852A7-82E1-451B-9018-90F006DA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2E02CDE-B64E-471E-980D-C45341F0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18DD8EF-ED52-4FB2-8788-76AF0CD9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E68636-B1CD-42D5-B761-5C1B9DD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ก่อนเริ่ม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92DE497-BF67-465A-86CF-175E4050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ตรวจชื่อ environment ตามที่วิทยากรประกาศ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334AFE-91B5-4D90-BAD7-7E82A0D8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5D58ECC-F2E9-4D66-9F77-FC98D15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DF6140E5-7F64-4FED-B455-FC7E9BEA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F375EC5-C828-4F09-9661-0FAB0922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5533A27-17A8-479A-854E-E25F021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ระหว่างคลาส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1C5FD61-C234-4F2A-9D2A-05A87382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ไม่สร้างใหม่ ไม่สลับเอง และไม่ย้าย flow ข้าม environment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C5AC913-0A50-4DEA-9A35-26EB1E4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C857B92-BA91-40A3-ACE1-3119D7F1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E323E11E-E1C2-40F7-8957-E935A9E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46F4791-8D13-4422-BB16-307D0588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1C7B010-FC96-4BC6-8F35-ADB28FA5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เมื่อไม่พร้อม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76DA0BB-B3D8-4A57-A3A7-56C50383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หยุด จดข้อความ และใช้ demo path ที่อนุมัติ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1B08C0F-5702-4096-B51A-5B79374A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28C75ED8-39FA-4B67-BD0C-7E7858C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ชื่อเดียวกันไม่ได้แปลว่าสิทธิ์และ policy เหมือนกัน</a:t>
            </a:r>
          </a:p>
        </p:txBody>
      </p:sp>
    </p:spTree>
    <p:extLst>
      <p:ext uri="{BB962C8B-B14F-4D97-AF65-F5344CB8AC3E}">
        <p14:creationId xmlns:p14="http://schemas.microsoft.com/office/powerpoint/2010/main" val="994875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285E17C-4610-408D-8721-CCBDC6B4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3E8F48-FAA7-4029-A1E5-716CCFDE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C431F4-3E54-4FC5-B4D0-BE04AB9F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ข้อมูลที่ใช้ได้ / ใช้ไม่ได้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8E3A77A-BA9E-4648-B289-813CE93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ทุกอย่างใน lab ต้อง public-safe และ fictional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D5DBC76-8A5C-4079-82EC-D1B1B0E3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531BF6-B7E0-4471-B618-3FC78239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D34C40A-0881-43FA-B80D-4D16418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C5C3787-B915-43F9-97CC-F88C0F7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86031DE-9D39-4F18-B059-99238073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573FE4C-B2E1-4323-A85F-9F7DC113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F1CAB8D-5C05-4DCB-A9D0-C7DD853D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ใช้ในห้องเรียน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32E0CAF-A99A-47E9-9122-FA7A64E4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ไม่ใส่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EEDB030-11C1-496C-A756-E64911B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TRAIN-001 / TRAIN-002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อาการเครื่องพิมพ์ฝึก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กล่องตัวอย่าง 10 / 8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8F0AF3A-1CD5-4D3B-9ABC-189DE266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ชื่อหรือเบอร์ลูกค้า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ยอดขาย รหัสผ่าน เลขบัตร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ข้อมูลระบบจริงของบริษัท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5B60A78-28A4-4BB0-9F1B-58F86D24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ถ้าต้องคิดว่าเปิดเผยได้ไหม ให้เปลี่ยนเป็นข้อมูลสมมติก่อน</a:t>
            </a:r>
          </a:p>
        </p:txBody>
      </p:sp>
    </p:spTree>
    <p:extLst>
      <p:ext uri="{BB962C8B-B14F-4D97-AF65-F5344CB8AC3E}">
        <p14:creationId xmlns:p14="http://schemas.microsoft.com/office/powerpoint/2010/main" val="1961145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B8B4119-A292-4B87-B36B-E7064E96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CD3EDF-7A1F-47AC-9235-6DB935B4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A0CC82-B43E-4BFC-B1C9-06922544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Readiness มีหลายประตู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88515B-6366-48FC-96A7-4B4EE3A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เปิดประตูหนึ่งได้ ไม่ได้แปลว่าทุกประตูเปิด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18119C-8FF7-4EE7-91AB-9FFE356B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555FE3-5EF3-40EF-935A-8F3B828A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2EB2DD5-5165-4597-AE8A-948A514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F98EA37-09F0-4283-9E6B-4A8DF6E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F230D02-CF09-473F-9C3C-37E2F591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7E1EE7B-D086-40BD-9554-8F7B841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5FB91ED-D61E-4B95-AE0C-2D9673A1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License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6E3409F-1E1B-4F28-A887-A1D0EE3F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Copilot Studio และ capability ที่ต้องใช้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0E82D1E-E0D3-4D5E-AB5C-DA2C7471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112B6ED-8682-4C66-9F18-542DEFA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3B13E8ED-A15C-4D7F-BE3D-5B52E8B9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B0B85F4-0008-49EB-BC09-8123DF50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18575E5-A054-4761-89D0-4553921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E6EE22C-55F5-4FC3-A21B-4095C2D6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Search/storage และ DLP รองรับ file upload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9310820-2601-435E-9277-FB2B27AC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039D2CD-EA2A-4848-B95C-970A6CC3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EE167742-4024-4F65-8BD8-0F221BA1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71FC11D-3AB0-49D2-AA69-DBEE9178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BAB09B2-7BAD-44E5-80A7-49DBF724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Connector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B8DBEE-A323-4BF9-8879-EAB74699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connection ส่งถึง mailbox ฝึก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484B5EF-6079-41EB-8F55-C9DD0338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CC11CF6-DF59-4460-9D27-32B7FDB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B086F602-FBDC-4019-9D42-44C393C7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B50C22C-A296-4376-9ACB-A1D351F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723FA9D-F8C3-4663-895F-3E62C0E7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Channel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5E4B90C-0791-493B-A440-15919131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ผู้ใช้และ admin อนุญาตให้ติดตั้งหรือเปิด agent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F1F53A6-9AAA-4C5D-B23C-EC21707E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1DFC5B5-46C4-417D-91B5-80DC9851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เอกสาร local ผ่าน ≠ tenant พร้อม ≠ participant ผ่าน</a:t>
            </a:r>
          </a:p>
        </p:txBody>
      </p:sp>
    </p:spTree>
    <p:extLst>
      <p:ext uri="{BB962C8B-B14F-4D97-AF65-F5344CB8AC3E}">
        <p14:creationId xmlns:p14="http://schemas.microsoft.com/office/powerpoint/2010/main" val="18686454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A715145-67B8-41D1-9C45-B4CEFF3F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17A4BD-4651-4C3D-82CD-AE99CE5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570508-0DBD-418C-A9D1-222F1EB7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หยุดดูหลักฐานให้ตรงคำถาม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9148D2A-E75A-4EE3-89B0-AABD7DD6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Test, run, Inbox และ channel พิสูจน์คนละเรื่อง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AB7E26-BB3B-441D-88F2-152FD39F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1C1D6D8-AED8-459B-878A-E10CAA7B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656067A-DB03-493A-B1C1-E267DC49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0403C2B-3689-47BC-B48C-42D117F8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E9D141D-B05D-40B8-BE8B-D2CB8D52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6E6720B-7C7F-43D4-BC9A-D158E634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BA9C272-7750-4B63-A407-4D55ADC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Authoring evidence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C7A09B-26BB-4ECD-B634-7062632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Deployment evidence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28FA0A3-A2C1-4905-824A-8B64CA10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Test trace: Topic ไหนทำงาน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Flow run: action สำเร็จหรือไม่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Inbox: ปลายทางได้รับหรือไม่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720780-BDA1-4489-81A0-DDE52F3A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Published version: บันทึกแล้ว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Channel test: ผู้ใช้จริงเปิดได้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Permission: ใครติดตั้งหรือใช้งานได้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04598B8-DD2C-4F22-ABEC-6243CFCD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พูดว่า passed, pending หรือ demo ให้ตรงกับสิ่งที่เห็น</a:t>
            </a:r>
          </a:p>
        </p:txBody>
      </p:sp>
    </p:spTree>
    <p:extLst>
      <p:ext uri="{BB962C8B-B14F-4D97-AF65-F5344CB8AC3E}">
        <p14:creationId xmlns:p14="http://schemas.microsoft.com/office/powerpoint/2010/main" val="271581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8aa70d8684e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7E44423-F92A-4DDC-AE81-4AF88F20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C7F1C6-787C-4B6B-A1B4-574B6D6A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1A5412C-BEA2-47EF-BBF6-EE508224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AA6EA7-624C-4C8F-813D-01FC9C33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ฝึกผู้ช่วยหน้าร้าน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743B22-3BA7-4B8B-9673-30FD9C98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กำหนดตัวตน Instructions และ Knowledge ก่อนให้ลงมือทำ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84183EF-A3C8-42F9-87BC-D098632B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53C4E46-FC5F-4C65-89F7-D3F69897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• Instructions • Knowledge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89CF0E-73C0-425E-854E-6A4ABABC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9CD96F-4717-4FB4-95AE-1F84497A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02308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E50C03E-CECC-482E-9650-CAC99A34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954ACB-7477-44AE-89A7-D9689280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701DE32-D566-4256-8507-52DE74F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Store Support Assistant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9BF8E98-3D68-4FB9-A610-F7DD9B54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เส้นทางตั้งค่าตรงเป็นแกนหลัก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4B4FA2B-E611-4203-823E-1FFDF31E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FD3FB6D-4562-4F4C-90EB-AB04ABE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D323731-FD27-41B4-B001-E7858442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B5E3A7B-02D3-4ED4-9821-21007B6D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3D4FF28-8360-45A6-BD3A-FDE27A5C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CFFD16B-CD42-4138-886A-5F4A99AA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Environment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547C46D-6340-4749-B65F-2B8FAD36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เลือกพื้นที่ที่วิทยากรกำหนด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42CAFB0-8466-4EFC-B0A7-A6E34A89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DB575F7-CA13-44C2-8F00-DB1ECCE2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EFA94205-8FB4-4F45-814D-76C9D4DF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F8E524C-48CB-4EE1-9625-A884FD7B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F06C16A-9FE7-4761-846E-7B757998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Name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7ABD44E-7278-4878-A6CD-F3E683E4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 Support Assistant - ชื่อเล่น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27CF52B-F30A-480F-90DD-D56DB278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0E03159-6637-4CFC-912D-C8E1C202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FD9985D-FBCB-4138-AB7E-57F048BC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A491D75-6DCC-4092-A4AE-4768AF22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7BE0A29-9D24-47A1-8EDA-395E38F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Save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F991E10-5220-4EEE-9C9C-E136D506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 Agent ตั้งต้น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E5989EF-26AB-4B94-BE8B-4C04E591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EEB475C-13DA-4C97-BC47-3F226CFD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1987EA9D-4492-4265-8EF7-45DEDE1C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FC0EC9D-C760-4631-9FA2-7F6D84F7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CA1C4F2-5D7B-427E-9544-1B7220CC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Optional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0432009-694C-49C3-9C19-F42E8EA4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บรรยายด้วย natural language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CB9C94A5-7099-4E96-9EE9-4FDA7509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2FCE579-9B24-4729-8F0D-BEACA026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ถ้าใช้ natural language ต้องตรวจค่าที่ระบบสร้างก่อนใช้ต่อ</a:t>
            </a:r>
          </a:p>
        </p:txBody>
      </p:sp>
    </p:spTree>
    <p:extLst>
      <p:ext uri="{BB962C8B-B14F-4D97-AF65-F5344CB8AC3E}">
        <p14:creationId xmlns:p14="http://schemas.microsoft.com/office/powerpoint/2010/main" val="10910739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74CA993-8EB5-4473-8944-AFEC844C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88EA51-BBCB-411A-89D2-CBE963D4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CF1307-5CE1-416B-BE22-1D923C3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รู้จัก Portal และ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2229D-B99F-4358-A221-AE97566E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หาตำแหน่ง Agents, Overview และ Test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7E8F7E-B643-4E64-9DE3-81E94EC2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C59208F-0940-43C4-B21D-EFFBDE4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5BDDC90-2C7F-4EC3-A041-ECFBD29E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3723ED7-0E50-4CF6-AA7C-0E28600D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ACF1E85-A343-4BB5-BCA1-24583333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CB118-6168-4FC2-98CB-19AF9CBD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DEBA741-7183-4797-A817-E2DFD04E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FE9FBF3-53CC-4079-9D18-99A3E7BF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เริ่มสร้างใน environment ที่ถูกต้อง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ABF8B73-9915-4395-A6DE-7080B25E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7D18645-D89E-4ADE-8FDB-E6FD9B80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E90A457-67E6-4C37-A0C0-3E1E9BFE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04CCDC5-E090-463A-917E-1A3436DF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568106-AF34-423F-A2DD-6A937BB1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Overview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24ACF3-3448-4912-BEAE-7219745F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เห็นชื่อ คำอธิบาย และ Instructions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B2C8920-562A-4670-94E7-1EE9EFCA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7EBD228-FE26-42BA-8B97-B7D86A4F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510718F-D7CB-44AE-AF7D-3C546388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E256BFD-BD0E-4796-8DF7-0E170CC8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C626548-7C2E-4509-A31D-53BCF42F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D4E9D65-98B2-44CA-8B52-A564A049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ลองคุยก่อนเพิ่ม Knowledge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F2903F0-F266-4AFC-A2FC-A0B32C1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2F8A1A6-1FE3-4020-B4C1-14FE6B7C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เปลี่ยน environment โดยไม่ตรวจ อาจทำให้หา Agent และ Flow ไม่เจอ</a:t>
            </a:r>
          </a:p>
        </p:txBody>
      </p:sp>
    </p:spTree>
    <p:extLst>
      <p:ext uri="{BB962C8B-B14F-4D97-AF65-F5344CB8AC3E}">
        <p14:creationId xmlns:p14="http://schemas.microsoft.com/office/powerpoint/2010/main" val="20049729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72DFA-7B76-4281-8B2F-34C6FF6C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5BB28F-A896-46A0-808E-BBE0044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A49FA36-F76E-485A-B829-CA49E10E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คือบัตรงาน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C95ED4F-3E99-4528-9CD3-73A070A7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เขียนสิ่งที่ต้องทำ สิ่งที่ห้ามทำ และเมื่อไรต้องหยุด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623A2D-B176-4307-94FB-E1026B2E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4941510-9440-494B-8FC9-4F96665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FB78190-9572-4103-A844-DD493EA2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08C2ACD-3EBC-4970-92BC-B1AE84BF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481F1D8-3EE8-4AF2-A984-3A7CD2A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0FA0DFD-3832-48C3-AE39-BAAA346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BAFD50D-95C2-4D3E-B055-5983B787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Role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F462CFC-F0DC-4CA0-AAE9-CEBCF439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ช่วยตอบและเก็บข้อมูลฝึก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2236897-9914-4F39-963E-AFBAD01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B923CB4-00D4-4D2D-B21D-BE0EDBED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0440B9C-8B7D-40A2-93D7-EA28C175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F16272C-AAB1-4651-83C0-6DEDC697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E76D0AC-A439-4432-90FE-9C96F4CC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Source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1C52AAD-CB9F-471D-BF26-05E8D05E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 approved Knowledge; ถ้าไม่มีให้บอกตรง ๆ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B25C0A0-E099-4F16-9DB6-F9ECF5C5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7A64D3E-603A-4C10-8186-FF0132D2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0FF5C2AF-5CF2-4322-83EF-EB81CFF9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F044EAD-444F-4F9F-9181-CCC8DDD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57DFF87-1539-4B99-90D1-2913FA57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 boundary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D18C8C-E36B-4F0F-9F80-EDAE890D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อย่าอ้างว่าส่งอีเมลก่อน Flow สำเร็จ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9492010-A846-4A59-8F0F-2B142A43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F73949F-72A6-4FA5-AD0B-11D4D4FF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C1768BB-0FD7-494E-9D1E-BAA81D2B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2849307-E384-4C02-B0D3-52601B33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FCE2C2F-3C37-4658-A52D-A95D807D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Safety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63B9DBA-BEB3-426C-AC78-DDADA9EE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ไม่เดา SLA ไม่รับข้อมูลส่วนบุคคล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9B6D9C7-62F8-4BF5-BE5D-2998F785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1D5A696-E8F5-4299-8567-81D14605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กำกับพฤติกรรม ส่วน Topic จะคุมการเรียก Flow</a:t>
            </a:r>
          </a:p>
        </p:txBody>
      </p:sp>
    </p:spTree>
    <p:extLst>
      <p:ext uri="{BB962C8B-B14F-4D97-AF65-F5344CB8AC3E}">
        <p14:creationId xmlns:p14="http://schemas.microsoft.com/office/powerpoint/2010/main" val="21292522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F6C60C1-B2B6-4456-9852-0943D75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910319-06BA-4D3B-9307-8A2F559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7AE947-C041-4CF1-B2B3-8032790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ตัวตนและขอบเขต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7445911-477E-4A91-92CF-B4C61AC9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ทดสอบก่อนใส่ความรู้เพิ่ม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9D1523D6-E1C8-4F20-8F5C-D1241598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0A5AFE9-8A40-4015-8CF5-7A5F3CA7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E889701-270C-49CC-888A-CD805E44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ถาม: คุณช่วยอะไรได้บ้าง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722210A-98A6-4EF8-AAA3-F53B12C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DB311FC-9698-43B0-909F-B34AD840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ABC4448-F67B-40C1-B839-D1BFF2CE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ถาม: TRAIN-001 มี stock เท่าไร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9E1036E6-2173-4034-8635-93B653DD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2CE637D-CC58-45DF-B7EB-1C616205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D16E8D5-E0DB-4382-A26A-E09CE65B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ตรวจ: ไม่อ้างว่ามีข้อมูลสดหรือตั๋วจริง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F9D59AE-C31E-43DC-BD26-B2494214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BD55F6C-F452-404A-946C-8DF37C36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ผ่านเมื่อ Agent บอกขอบเขตได้ โดยยังไม่ต้องตอบจาก Knowledge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9458682-34BE-499E-A4D3-351BBF68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261B434-BBA0-4DB7-A013-65BE18AD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65807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3253898-E7FC-466B-A660-5FD33B85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9EF099-3684-496C-B8C7-BF8D563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069E3A-302F-46BF-9A7C-48AE60F7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ก่อน Knowledge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0D79DA4-01F1-42F7-9994-5C287EE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เขียนบัตรหน้าที่ให้ผู้ช่วยก่อนยื่นคู่มือ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7583C3D-5617-42D2-A1D8-9D60820A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1ECBAC0-847D-447E-A0C1-B7433A1D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8D6F8F5-78EE-4703-90A2-0F79EAD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143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835FD26-C937-411D-8F14-91584315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ADE86CF-8065-4CE6-8A06-F380050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4821D2-8E42-4951-961E-3F51E562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F430989-FA12-469B-9A2E-30F332CF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Role + tone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6639B3-D226-4856-B6EE-3678927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45910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ช่วยงานสาขาสมมติ ตอบไทยกระชับ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8A4C115-FA91-481F-BBEA-9D9AE616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143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C47EB-12BA-426D-BE4F-E86360EC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67956A4A-C221-4F39-B325-E7EB4BA9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4CC3AE1-801D-4F9D-8F2E-4AFE553D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667440-BA03-42F3-8256-2B128031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52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Boundaries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F10C709-CFCF-406A-BBF0-957DC06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5910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ไม่เดา SLA, stock, ราคา หรือ ticket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96193DA-9EEA-4A6B-96AE-74CCB74A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DC6B429-9687-4C9C-B8E3-91E7E924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เนื้อหาคู่มือจะเพิ่มหลังพัก; Instructions อย่างเดียวไม่ใช่แหล่งข้อเท็จจริง</a:t>
            </a:r>
          </a:p>
        </p:txBody>
      </p:sp>
    </p:spTree>
    <p:extLst>
      <p:ext uri="{BB962C8B-B14F-4D97-AF65-F5344CB8AC3E}">
        <p14:creationId xmlns:p14="http://schemas.microsoft.com/office/powerpoint/2010/main" val="174688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92D530E-873F-4FA9-AA58-D70F349E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8EC3A9-EDCE-4AD0-91B5-E66C7046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152BD06-C674-4649-803A-217E4895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→ ตรวจ → บันทึก → Test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2E11A7C-E5B9-4111-B84C-F3429DBE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สองวิธีสร้างได้ แต่ต้องได้ Agent ที่ตรวจค่าแล้ว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94D6E16-C3D5-4D4D-905B-3589F497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0687E8-BF79-45E2-B34C-D2EEC803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7726449-7CFF-4DE8-B51D-C90916FA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DBD605F1-CFBA-4873-85BD-A2CEE21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EF6B83-8C7E-4599-9DED-0429B965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C937E6-DECA-4464-81D6-BE7F7DA6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Create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847FF78-2945-4439-B738-3473DB8F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 environment ที่เตรียมไว้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81B9263-D53F-4A38-87D8-3C25B034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F1F099D-5D51-4778-89F9-B7CF877B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2438ADE-7BED-4A28-91C4-43CD4B9D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232301D-5813-4DB3-B924-EC405F4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7CBEC0D-A817-4143-AF1A-8123E678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Optional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4186BBD-244F-442E-9C86-4F162F3F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Natural-language creation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35C70B8-D529-4F16-8A47-C614EFDC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6E60ADD-C450-45BF-8169-FEAA249B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2AE2EC6-7AA9-406F-BB17-7A4CB493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897A4D4-65E4-4E6B-A29D-52132101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6883C0A-56F7-49EA-A797-5C22D5E6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6AE2942-0044-42AA-8CCC-62A98E24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 Name + Description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AF686F-4FF6-4280-8764-10250123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63D8736-8068-400D-B138-6A9407E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BBE3A458-F0BD-4D38-BE31-DE56816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EF0F9E6-C1DD-48CC-8DEF-89CEBE9A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72A836C-FA98-4214-AF44-288F4F2F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2382AC1-ACB7-4F1D-BD5C-E1C01DD6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ถามขอบเขตงานครั้งแรก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2EBFDD63-F781-4403-A59D-3C31778C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7C616B0-D0D7-43DB-81A7-A249FC5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ไม่ต้องให้ผู้เรียนลองทั้งสองวิธีใน 75 นาที</a:t>
            </a:r>
          </a:p>
        </p:txBody>
      </p:sp>
    </p:spTree>
    <p:extLst>
      <p:ext uri="{BB962C8B-B14F-4D97-AF65-F5344CB8AC3E}">
        <p14:creationId xmlns:p14="http://schemas.microsoft.com/office/powerpoint/2010/main" val="17417176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88D6D24-AC14-46B1-8FCB-3AD3FC2B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FC74AC9-077A-4DA9-8632-E9E71871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E83EBB5-3049-4CC9-B95B-F1B7508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ทดสอบขอบเขตก่อนใส่คู่มือ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BE682A-A420-4346-A534-C672D37E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แยกคำถามหน้าที่ออกจากคำถามข้อมูลจริง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8F20C68-7D8B-43EB-A57D-1CDA0B3F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F4492A3-5EC6-46A3-8628-3F5CD68C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CA66DD4-0650-4ED2-915D-4AB0D3BD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8D311FF-79F2-4E91-AF2A-E80F110E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657CB7-15DB-4EB0-AB18-A4DD3CE8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F02136C-514D-4A19-9BBD-A92BB5B8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4B49BA7-8F99-4222-B713-716F3A0F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ตอบได้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5429FEE-55CA-4348-956E-ED203E25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ช่วยงานฝึกอะไร และต้องหยุดเมื่อใด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705041-4256-4D58-A77E-04A47D5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คุณช่วยอะไรได้บ้าง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อธิบายหน้าที่และขอบเขตฝึก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EF23443-B1AA-43A2-9EFE-58C5DB0E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สาขานี้มี stock จริงเท่าไร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ไม่เดาตัวเลขหรืออ้าง live lookup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1DA1D65-D1AF-4798-BC42-2198D92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ช่วงนี้ยังไม่มี Knowledge จึงยังไม่วัดคำตอบจากคู่มือ</a:t>
            </a:r>
          </a:p>
        </p:txBody>
      </p:sp>
    </p:spTree>
    <p:extLst>
      <p:ext uri="{BB962C8B-B14F-4D97-AF65-F5344CB8AC3E}">
        <p14:creationId xmlns:p14="http://schemas.microsoft.com/office/powerpoint/2010/main" val="2226088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7D85426-AFDE-4C44-A903-DA568DC1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90DFA3-FEB5-44AF-A390-D106B0B3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A625F4-5C4B-4A47-BD70-4E02836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Agent ตั้งต้น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2476A9-7F93-42F5-B1BC-3DE8F92F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หยุดให้ผู้เรียนอธิบายผล Test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B251DF50-D3A4-4716-A4A9-0AD61A7C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C0719AF-92D1-4AA8-B155-53141316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8AFFEC-54E4-4424-9917-176C4BA4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อยู่ใน environment ที่วิทยากรกำหนด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36E832D-458D-4FD5-9C29-1EA6503F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00D0187-0E40-4C7A-8FE9-96B4925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8C7581-4D77-49CF-B9EF-C0A8DE18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Instructions บอกหน้าที่และข้อห้าม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D026B757-13C7-4676-AC51-09E61EBB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B226DF2-B34C-4BF3-8B53-7CEDCF43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F7A9914-4508-41DD-B4BE-19C270CA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Test ไม่แต่งข้อมูล stock จริง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92734E6-B4EC-4AF5-A806-CCC72499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1119230-AB45-4929-8298-BF151AA0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หลังพักเราจะเพิ่ม source แล้วตรวจคำตอบกับเอกสาร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927523D-9AF1-4224-9BB2-242B4D7A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02DF817-E394-41E2-8DCD-C177E34C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343076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33887a58145c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0575C8-593A-4F17-AEEA-04E70405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38CC3A2-D00C-44F9-82E4-A6586511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F82615-2D22-408F-962A-29D8DD82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10:15–10:30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71EC8B-DAA4-4620-ADF2-BC4F0D23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กลับมาแล้วเราจะเพิ่มคู่มือและตรวจคำตอบกับข้อความต้นทาง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AF175A9-FEDE-4806-A966-9D81D12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7E8C9D-3E82-400E-9260-EBCA0353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046527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460adcdfa4d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D04A55-C130-4854-B029-6FC90FFF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5B8EC04-30CD-4FF4-932D-05414FD3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7EFE6CE-038B-4FD3-9725-13FBE93E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FC8660F-27C1-4298-8706-F2E2A69D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ให้ผู้ช่วยอ่านคู่มือฝึก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15CE074-CBD7-4018-9442-1681B043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เพิ่ม Knowledge แล้วตรวจทั้งคำตอบที่มีและไม่มีหลักฐาน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EDB1BA6-5C45-4B57-A1F3-6D25E9FA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CD9D32A-D08F-447A-800D-9B90C3C1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Guide • Terms • Ready • Source check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1B2374-FEB2-4210-A278-2F447A59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13EFD15-6727-41B3-9E5D-EFCA8C06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8005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1D95C11-7E4A-44A8-B694-62B20211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26DA82-1ABB-42C0-A132-2111E291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1D8E4F-A93A-48F0-B9C2-9FF2FFC1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คู่มือสองไฟล์มีหน้าที่ต่างกัน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CF7B16-CDCD-4697-B252-71F9C646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 source ที่อนุมัติและไม่ปนเฉลย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49D2BC-235C-4AFB-92AB-D9F3A843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7FD0796-6005-4319-9CEE-211741A2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1FCE49-70ED-47BD-9A64-7799CE37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397E36C-4FDA-4CCB-9286-307127CA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6089C0C-DB1C-4695-A287-1DB810D7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5B725FD-7ED5-406C-BC03-A0766741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226EE8C-1F1A-4708-8D8A-653B6289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Guide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70937CA-1982-4AA0-8083-3D6F401E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Terms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3545551-4E9F-4CFD-9F14-393EC6A3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ขั้นตอนอุปกรณ์ฝึกและรับสินค้า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ข้อ G4 บอกข้อมูลที่ต้องเตรียม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095CAED-8EAE-4298-A61F-7B14DB39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ความหมายของ IssueDetails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Confirmation และ ResponseMessage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532D91A-C57C-41C7-AE99-52767D18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ไม่อัปโหลดสไลด์หรือ test cases เป็น Knowledge</a:t>
            </a:r>
          </a:p>
        </p:txBody>
      </p:sp>
    </p:spTree>
    <p:extLst>
      <p:ext uri="{BB962C8B-B14F-4D97-AF65-F5344CB8AC3E}">
        <p14:creationId xmlns:p14="http://schemas.microsoft.com/office/powerpoint/2010/main" val="11890364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8C387ECE-9C3C-4412-BCC2-29953CB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E775F2-EA91-4B1C-827D-5C0EC657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6B2A3FA-FDD0-4E2F-B155-44D2856C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 route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59501B-0A13-4FC7-9CC9-4C4D10B8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อ่าน อัปโหลด รอ Ready แล้วค่อยทดสอบ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819AF23-3D7A-4D4D-A35C-93F20E03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C96C57D-F6D7-42CF-AAD0-1B70C27A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98CEC3F-8D58-4FB1-B3EC-3B99BD36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B389E57-22EC-41E8-92C7-ECE82DBB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C203CFA-27D4-4D3B-A6F9-6D828245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C2DA4FD-3ECE-4768-AB05-E539EF64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BB10331-27E6-48EE-B2E2-E4EB39A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G3, G4, G7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878A7D-175D-452F-8104-B2493450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501AA7-5036-4DD4-80B4-92564B3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F37B86B-CCA9-40D3-994B-10CFE3B4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15F8FF2-CC7E-44CF-B7E1-D73D517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03205AB-528D-4586-B3A6-6F07E93E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Upload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C9C080-9E19-4CC9-8B8F-CAACF9B3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ไฟล์ .txt สองไฟล์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633A68E-5802-4AA2-B2A6-0FBC7AAE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EB8EE6B-BBD0-4263-B53B-B5638D62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1212B0B-5204-4B42-B353-054CC1D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22F26F9-54E2-4CF5-9398-5C6CEB7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C24E5A9-7F4B-4486-A49D-9CCFE563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Ready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D49F36C-FA02-4B22-977C-5D8202D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รอ indexing เสร็จ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6830ACB-11C6-4ED1-8573-6319C3E0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037FD99-468E-4B4B-9361-0DFA0C7C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2CCC8A-2251-437E-BD79-755408E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CB06582-541C-4144-AFEE-5ABBF8F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0B649C3-47B9-4E3D-96F9-9D1852B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8AA7639-8699-4C61-B879-CABF9B6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ถามจาก source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79A7114-B695-436E-AA4D-C3D06F6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524D54E-1976-423F-8E75-4350A993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Upload สำเร็จยังไม่พิสูจน์ว่าคำตอบถูก</a:t>
            </a:r>
          </a:p>
        </p:txBody>
      </p:sp>
    </p:spTree>
    <p:extLst>
      <p:ext uri="{BB962C8B-B14F-4D97-AF65-F5344CB8AC3E}">
        <p14:creationId xmlns:p14="http://schemas.microsoft.com/office/powerpoint/2010/main" val="3190624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8285DE7-7BF0-425F-B0D8-F65CF546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970DA58-194C-4E66-8754-C83B4DD8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E7DF1E-E99E-4545-9F29-699F2647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อ่านไฟล์ก่อนอัปโหลด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6CE976-EEE3-4965-8EDC-31F76995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รู้ว่าคู่มือพูดอะไรและไม่พูดอะไร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C2B79F2-D1E3-48A5-BBD0-4DA7496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B32B9F3-8B7D-40C3-A60B-9BF0615B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FACBA3A-8D67-4EEA-BB84-44DDFA31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C60C4AF-04DF-4270-9F3B-FBAB875E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8F71580-A52B-4063-BBB2-5DAD7D84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FD49CC4-E696-4AF9-9EA0-D5CEA747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701CE16-625C-4BE2-82C5-6865CB09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G3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9DFA56C-9C9A-47AD-BA81-70582972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อุปกรณ์: อาการและเวลาที่เริ่ม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0583ABB-AC32-4CB0-9269-0831514D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64DAB2-FA67-43FB-9094-AC36C261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783D4EC-519F-4E11-8D5F-82866D1B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C4D54FA-47B4-42F2-B62D-149AD324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69DE2D-26C1-4638-93B6-3FE5010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67201F7-45F8-47E5-B598-D9ABB1DD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รับสินค้า: คาดว่าจะได้ / นับได้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809F91F-3248-4EC0-996C-16C5499B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4646421-DCCE-4AA4-83F9-3C4A7CDE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FB0277D4-419B-4577-8128-4B9AF019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514C36C-33C7-44A6-B6BE-7658BD7B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3664323-A086-425B-9207-E0D8418B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G7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BB2E69C-1863-4A6B-B287-1D57EAA5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ไม่มี SLA หรือข้อมูลสด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2A8E96D-CC59-42A5-852B-19423E9E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C95D884-330E-4404-90BA-D8206425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การเปิด source ล่วงหน้าช่วยให้เราจับคำตอบที่เดาได้</a:t>
            </a:r>
          </a:p>
        </p:txBody>
      </p:sp>
    </p:spTree>
    <p:extLst>
      <p:ext uri="{BB962C8B-B14F-4D97-AF65-F5344CB8AC3E}">
        <p14:creationId xmlns:p14="http://schemas.microsoft.com/office/powerpoint/2010/main" val="10831905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118E8D6-2C5D-459F-8B91-40205AA8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830A3-865C-4F1F-9E39-FACDBF9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95715A-139D-4A61-B932-A6E83B75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เพิ่ม Knowledge สองไฟล์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978064F-3417-42AC-A688-55358DC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ไฟล์สมมติเท่านั้น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D088D8-75AE-4BA3-87A2-71D2FF7D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8F3C3F9-6BEE-4982-BB3A-E4776882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5C8588C-BAA2-4B94-A74D-A8FE3EC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08E69A0-52D1-496D-B816-4E89E1F4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FD1B5A6-CFD6-4A8E-83A0-5D7E4CF9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FAD0009-4C68-4B94-8231-9364A4AD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F37C42D-94D4-44ED-AA14-216B607D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Guide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B031738-847E-42EE-8627-14143E95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ขั้นตอนและขอบเขตฝึก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7C031EB-E012-4F8B-A31F-DC277636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9D7EB6C-005F-4639-B73A-2965987F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556120E-BF6F-46AA-939A-A137DE29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243B1BC-7E8C-413B-B8EC-7C464D3B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A4287D6-3439-45FA-B96E-72664C6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Terms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72FE1DE-6C14-4EAF-99F9-5026972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คำศัพท์ที่ใช้ใน lab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768E6F4-9DB3-4E8C-B08B-37D93E5F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D1A79C9-C496-40B2-A960-D8122611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0B49B6E0-CEFC-4C26-904C-953A1B59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6EE74D0-117F-4AD5-9E60-67895079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8A9BAAC-C909-4C22-AC9C-F2225E6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8DEECCB-23B7-4909-BF67-1224755F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รอให้สองไฟล์พร้อม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8E2D52D-7C60-4C85-8663-D5E53245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5147AA2-9BF1-43B3-997C-EB99CEB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ถ้า error ให้จดไว้และแจ้งวิทยากร ไม่สร้าง environment ใหม่</a:t>
            </a:r>
          </a:p>
        </p:txBody>
      </p:sp>
    </p:spTree>
    <p:extLst>
      <p:ext uri="{BB962C8B-B14F-4D97-AF65-F5344CB8AC3E}">
        <p14:creationId xmlns:p14="http://schemas.microsoft.com/office/powerpoint/2010/main" val="18466850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787D9F6-641D-43BD-970A-329750B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978144E-794A-4D27-9CED-78C069F4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DDD1E7F-4C24-4A1B-9C90-8903CDAA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คำถามที่คู่มือรองรับ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9A9F4B7-7418-493C-B2AF-9DE313F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ทดสอบเรื่องสินค้าตัวอย่างมาไม่ครบ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678B95A-A48D-4AB0-B84F-B63D58ED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B92434-2915-45E3-BEE3-255587EC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AF78AE9-41B6-424A-A31A-99AB2C03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1E7B4E4-A9A4-4539-934B-B54F0C77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946BF80-0BEA-434C-9DE8-36FF69AD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000B6CD-50B0-441A-8769-EB585855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5B019AB-4163-4EF4-82D9-FA19900A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Question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525F5F1-5F21-4E78-856D-E7983876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ต้องเตรียมข้อมูลอะไร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A0B3826-8BE4-4EF9-ADBA-A420F73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BE2DBE3-40E7-4E61-AF0A-DE3CB870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733C6B02-8EB9-4997-B3B3-CADC29F8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A5BE94C-1DB6-4AAA-94DB-CB6586D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D075B5C-A47D-4559-A357-9E23E915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Find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A267B0E-7F3F-4902-9DA7-CEE61CC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เปิดข้อ G4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AE8818F-6F5C-4151-9D9A-1217187F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79193B8-02F3-408B-B3AD-97F7781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71A6E32-BE64-4C25-A915-1993FDE2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F3C1B14-A3F7-4F0E-973C-F1C6652C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098C451-5674-40B2-8D80-A5A7023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Compare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12DCA9-5F55-4342-95C1-A42C345F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จำนวนตามเอกสาร / นับได้ / รายการ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4332F0A-D8EE-4EA1-B145-031B8F6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ADA4696-F446-4CDD-A379-A81D7760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คำตอบต้องสอดคล้องกับข้อความใน source</a:t>
            </a:r>
          </a:p>
        </p:txBody>
      </p:sp>
    </p:spTree>
    <p:extLst>
      <p:ext uri="{BB962C8B-B14F-4D97-AF65-F5344CB8AC3E}">
        <p14:creationId xmlns:p14="http://schemas.microsoft.com/office/powerpoint/2010/main" val="1612750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691A834-4973-469B-8881-D548EE10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979951F-25F4-4AB8-B93D-055B0E70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CFC0C6-9500-4AFA-8F16-793CFA92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ตรวจคำตอบกับ G4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20312B-4520-4A47-8597-7395CE2C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ดูสามข้อมูลสำคัญในคำตอบ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99F4F6-A269-4AA8-A052-D15A589B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7891E82-AF0F-4BFC-B048-B6089789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ABB6E0D-8B4E-42A9-ACD1-BADB1ADE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03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67DA45F-2258-4249-889E-CBD220FC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DB3A480-5725-4838-A2F7-CCC60E5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F9B3025-ACAC-44E6-8B70-F814614D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94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Document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49149ED-F5DD-4809-9668-E0BF53A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94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จำนวนตามเอกสาร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FDB02F2-AF71-461F-B715-7ED33164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A8DE62D-F0CA-45BF-83BF-7D1C093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362200"/>
            <a:ext cx="3403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107D16C-505D-47D4-9473-9E3EC343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7A626A1-C385-48AB-A447-55AD1406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8BFE1C3-C454-48CA-9846-065303F3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219450"/>
            <a:ext cx="294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Count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9F747B5-13E0-4224-AD9D-463B2589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848100"/>
            <a:ext cx="294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จำนวนที่นับได้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994DE36-569F-4127-9926-63C7403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D96476C-929B-4BA6-B194-0FCE657B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362200"/>
            <a:ext cx="3403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6B218F1-92D4-4DDA-80AC-0AD8052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392183A-6EF7-48B7-A3E2-655F76F2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103903A-8562-43C3-A6DB-2111A3A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219450"/>
            <a:ext cx="294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Item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9C227AF-E546-4CAF-9E71-A32D38AB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848100"/>
            <a:ext cx="294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รายการตัวอย่าง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90957B4-DDC1-402F-80E0-15156765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A29C528-84D2-44BC-AA65-99B5C60C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ถ้ามี citation ให้เปิด; ถ้าไม่มีให้เปิดไฟล์เทียบด้วยตนเอง</a:t>
            </a:r>
          </a:p>
        </p:txBody>
      </p:sp>
    </p:spTree>
    <p:extLst>
      <p:ext uri="{BB962C8B-B14F-4D97-AF65-F5344CB8AC3E}">
        <p14:creationId xmlns:p14="http://schemas.microsoft.com/office/powerpoint/2010/main" val="2527557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A72952F-8B12-49A4-AF78-EEB9C4A4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8ECBE9-302D-4D73-83BA-9058DD82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DA94DC-1B38-4A56-8215-836F36E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Citation กับข้อความในไฟล์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8DE8AE8-4B37-471D-AD55-823E844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เห็นชื่อ source ไม่เท่ากับตรวจ citation แล้ว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06EB04A-970C-43F7-B148-E0AD3564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8935C7-7334-48A4-ABA8-573DD9C1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75DE661-305B-408D-A251-499194A9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A890EBB-574D-4D08-9D54-4A75A761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669A701-FD40-4293-B030-C6122FCC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F959B4-603B-479A-9DF4-18F8E08F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3E96F9-11FB-4F1B-9DC8-7E088AB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Citation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ED420B-1472-46B8-AFEB-2BAD7E6C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เปิดแหล่งอ้างอิงเมื่อ UI แสดง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E351C0A-3E0E-4C93-A873-5086299A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7BC7800-7046-4540-A620-B03303C2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CFACD3C-81B7-43D7-A79F-51D68CD0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256F5C4-1ED2-44C1-9FB6-74D54051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A30912D-EB1D-4F03-A8E1-B558ADE7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No citation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BE8CDFA-59C1-4E88-B56F-8C37581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บันทึกข้อจำกัดของหน้าจอ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01625D7-A416-4A0B-AE8B-5AB2C991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4608D41-940B-4E1C-A442-34720D3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B929396-BDE0-4578-BB55-AD936CBC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6E39352-71BB-4A7B-95CF-049A5C26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D1188B8-EC08-4EA8-BC0E-141B0B7E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Source check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C1EC8CB-6391-4DF6-BA0A-943D0A2A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เทียบเนื้อหากับ guide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4F6B7EF-FD78-42B3-AD76-72FC5C96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C3CB3C-EC21-4409-926F-420A588E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รายงานสิ่งที่เห็นจริง ไม่อ้างว่ามี citation จากข้อความของ Agent</a:t>
            </a:r>
          </a:p>
        </p:txBody>
      </p:sp>
    </p:spTree>
    <p:extLst>
      <p:ext uri="{BB962C8B-B14F-4D97-AF65-F5344CB8AC3E}">
        <p14:creationId xmlns:p14="http://schemas.microsoft.com/office/powerpoint/2010/main" val="10255737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97381A5-1A75-462C-B948-E982C72A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51C6C5B-51B7-412D-9BD1-6E645F0B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BBC10A-BF13-4248-94FC-70290BA3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คำถามที่คู่มือไม่ตอบ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4132FB-F249-4228-899F-A2EC68A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การยอมรับว่าไม่พบ คือคำตอบที่ปลอดภัย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BEFE8A8-8E46-43AF-8FBE-9D776BE4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1493DFA-A372-4995-8ABB-83BEF85F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A611800-E989-4272-8160-ECCD8EE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78E68D2-A58F-400B-AC0F-E19C3475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F76DD0C-9B5C-4B46-9618-ECA4DD1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56097FF-AB1F-47CE-B660-936D1A2D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D972E9-8F9C-428A-A27D-865A5F24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SLA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9B3BBBC-A494-476A-B6C9-76F5CE6F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ไม่มีเวลารับประกันใน guide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9F997A3-CCA1-48C6-84BD-B4E392EC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ถาม: รับประกันแก้เครื่องพิมพ์กี่ชั่วโมง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บอกว่า guide ไม่ระบุ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DE28A23-FCB4-4BFF-B6E5-D1D7ABC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ถามเรื่องหุ้น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กลับมาที่ขอบเขต store support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5954BF4-555A-40F9-881B-6CB43525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ไม่สร้างนโยบายหรือคำแนะนำที่ไม่มี source</a:t>
            </a:r>
          </a:p>
        </p:txBody>
      </p:sp>
    </p:spTree>
    <p:extLst>
      <p:ext uri="{BB962C8B-B14F-4D97-AF65-F5344CB8AC3E}">
        <p14:creationId xmlns:p14="http://schemas.microsoft.com/office/powerpoint/2010/main" val="13044510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D6E1D88-7D2D-4ADF-8832-44AD9DC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39E008F-DAD2-4AF0-9D9F-F4DD9D54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58BACA-E666-4587-B4CC-C2BDE141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Knowledge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604AF7-46C5-47AB-8D70-5F164313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หยุดเทียบคำตอบกับ source ก่อนพักเที่ยง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A99A70F6-F04D-4422-B4AF-299BAFCA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8C1D3C-222E-477F-AE93-7E7FDF9D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574642-0FB6-4449-B6FA-EFA130F0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สองไฟล์พร้อมใช้งาน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16755CE-E841-4DDF-B666-4FA7C51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54F148-20DF-459A-9390-1241DFD1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5BFB3F9-5C74-4B70-9B0F-7EA3F5DF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K1 ตรง G4 ทั้งสามส่วน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ADE4E99-8330-4B7F-A1BF-B68C498C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A55ABA2-C2F2-441B-9AEA-974DA28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2F30C6-995E-4250-96F1-C86FDCE5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K2 ไม่แต่ง SLA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8BA2558-19E6-49E0-A006-35C05E96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5CE45AA-CE01-49CB-B2EA-7A8CA3D3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ผู้เรียนชี้ได้ว่าคำตอบอยู่หรือไม่อยู่ในคู่มือข้อใด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A702544-26FB-42F4-93ED-4CC69089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DC3AADE-76F3-4D83-AA15-D8B78441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80635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1ddc118db4cd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972BAB-A0D9-44BB-952B-953A84B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B1FBB3-7305-4B43-9C3B-4BBDFE02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พักกลางวัน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D945B2C-47FC-43E1-9649-4D8B370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12:00–13:00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C0639E-68C6-4EB2-90A0-F6A3983F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ช่วงบ่ายเราจะใช้ action ที่คุ้นเคยจาก Day 1 แล้วเปลี่ยนจุดเริ่มให้ agent เรียก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5AD60E9-1A94-4175-A0F2-C2C77FCC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693859-FA9A-4B1F-BF5F-39F30355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7003770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cdaa10dc0439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DA9ABE-298C-4F25-BF38-9F382419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179E229-6AA9-4C6C-94F0-8A75B4B5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8E3E18-F75B-4ADE-A655-59D0ACA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F9C2D2-D607-4F96-9DC0-5FF204DD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 สั้น ๆ แล้วส่งงานให้ Flow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8E3F14-B822-4222-A635-7E1D320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ถามรายละเอียดหนึ่งช่อง ยืนยัน แล้วพิสูจน์ผลในระบบ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C60ECCE-E97D-45EA-8A0F-8C2FF312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9A2080-1E73-4043-862F-0030EA87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IssueDetails • Yes/No • Outlook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94FEA3D-1C82-44FB-B999-97A61547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5B543A9-426B-4CE4-BDAD-5F3DFEF6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452381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3476269-BC1F-4DDC-995C-772BA7DE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3CD578-89A5-4D2A-B65C-5F6609D3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40BFB-6FC5-44EE-B29A-2BA1D6A7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 เหมือนแบบฟอร์มสั้น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65C029C-B251-4680-8E58-C6F77DAF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ถามหนึ่งช่องก่อนเปิดทางให้ Flow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E70557-5550-48E6-853F-D537880F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D6183E8-42DE-44AA-B90C-782A4ADC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B01CA95-8D19-4756-9F24-944FDCB1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3576502-46B0-406B-B01A-3D8D407D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DA781F-A094-480B-A0EF-95E23E98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CB2AE34-1250-4C7F-B97A-E80D890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8A54CCE-6AFE-4CEF-B314-427295E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Question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569A45F-3330-48D6-A432-11F259CE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Confirmation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5764E7B-C947-469A-9ADE-8A6DF4B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Trigger: ขอแจ้งปัญหาสาขา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เก็บ IssueDetails เป็น Text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B4E20C7-29B8-4E78-B022-4C0B93E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ทวนรายละเอียด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Yes ไปต่อ / No จบ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085F3FD-DE78-4962-8C02-26F323E4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Topic นี้ไม่มี custom Entity หรือรหัสสาขาช่องที่สอง</a:t>
            </a:r>
          </a:p>
        </p:txBody>
      </p:sp>
    </p:spTree>
    <p:extLst>
      <p:ext uri="{BB962C8B-B14F-4D97-AF65-F5344CB8AC3E}">
        <p14:creationId xmlns:p14="http://schemas.microsoft.com/office/powerpoint/2010/main" val="935005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1A447EB-A613-45D9-AF54-CB127C94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B02337-19FD-498B-8A7C-67D3FC40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1457382-726F-4991-BFBF-A719346C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หนึ่งคำถามและคำยืนยัน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9B9D24-4CB9-4527-801E-80CB15B6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ให้ผู้ใช้ตรวจรายละเอียดก่อนส่ง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81BA119-5C9F-4C42-98E9-8DDA658E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B455BB-60B8-48CD-BC09-5C70FE1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1A6DEF-1096-4A77-911C-8C8DA6AF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6C1EE89-CD1B-4CC5-822E-527756E1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B8B6617-7E11-4837-BAE6-4A50E75F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B6E709-8908-4260-824B-E4D231CD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4D659C1-4951-4A7C-8045-191F4E8F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Prompt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A5D966-A4C8-46D6-9968-E4AF2C40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อธิบายปัญหาสมมติสั้น ๆ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9C3714F-F939-4E6E-B836-F64C8D3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1FB0628-845C-4AC7-876E-9259F666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79F738ED-7CB6-4DEA-AF2A-D6DEB982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E628039-EC96-4546-8C80-55F25E1A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A5633A-DB9A-435B-9611-89B50BB3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Text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6689ED-691F-42A7-938E-5B1DFD4D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IssueDetails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C5218DD0-0343-4C02-96E0-7A831AF8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821BD63-9069-4261-BA39-0B612E0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8899C3B4-5469-40FC-8D69-9345A34F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C621385-09EE-4105-89B5-F1D2BF2C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1D1AE8C-9B26-4073-84C3-2D1E215E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Boolean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E08A7AE-38D6-48E7-8EBF-E83AF14A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SendConfirmed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2B55BC0-AC39-4421-A764-475133BB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6A35A33-6D6F-4765-A754-D0FCEECC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ทดลอง Yes และ No ก่อนเชื่อม Flow; ตอนนี้ยังไม่มีอีเมล</a:t>
            </a:r>
          </a:p>
        </p:txBody>
      </p:sp>
    </p:spTree>
    <p:extLst>
      <p:ext uri="{BB962C8B-B14F-4D97-AF65-F5344CB8AC3E}">
        <p14:creationId xmlns:p14="http://schemas.microsoft.com/office/powerpoint/2010/main" val="16998934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6653171-E8C1-47E4-AB94-353A9B06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C4F218-2993-4133-A2C5-8A474957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208276-89FB-4035-9C9A-B5DA7CA0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Condition เป็นประตูของ action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C36073-F774-4144-A2FF-5F83862D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Flow call อยู่เฉพาะเส้นทาง Yes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AF65512-38B3-422B-B14E-B840965D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1EC0118-C99E-427E-AE17-1B056D9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575621B-6247-43E3-877F-44093B0E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D0AC669-7603-40AA-8EE2-5D046D70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A49C1F4-8189-4538-956F-83C4D730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1FB734-7D4D-4DBC-846D-8ADEB6D6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E617CB-AB2D-4FE7-963A-42D3D5A0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Yes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0F61D4C-CAAC-489F-95CE-522B21C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เตรียมตำแหน่งเรียก Flow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600F2E-D8BF-4755-9EFE-76216E9C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B6B0B8-DBE5-4AB6-8A9E-4B692E3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6C6CFC6B-EA42-4867-853C-C1CBC1D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FA3C95E-3905-41AC-B8F8-F81558AE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A3AB16A-B56F-4197-9D39-62D7DFF2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No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1506E46-B053-48A1-B968-EAB8AA1D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บอกว่ายกเลิกแล้วจบ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6C413D4-44B6-4D86-88FC-8742E773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80854FC-9D10-4905-B629-2D734905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406DF566-4FC0-45A0-904E-894EC629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C9C073D-AF4E-405B-BF79-8D34D7A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EB6EA13-793A-4ED9-9AEC-732A8B7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Safety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5DB2098-887D-4A35-9CB3-584DF415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ไม่มี tool call ใต้ No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5CFFCEA-4CB7-448A-951A-5CC509BA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39D0FCD-07EE-4F1F-9114-49E372AD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FA9B6252-18EF-43FF-89EF-528105F8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6B084B4-F4C6-472F-9078-EA4E14F4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2A81A4F-6F8E-4313-B1C6-BE584C96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BB979EB-1D7A-416A-9B6C-8670A959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ทั้งสองทางยังไม่ส่ง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0A7435EE-69D1-487F-AA36-1604E036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8664FB7-4F83-46B7-8CF2-B93D33DC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ให้ผู้เรียนเห็นตำแหน่งของ action ก่อนสร้าง Flow</a:t>
            </a:r>
          </a:p>
        </p:txBody>
      </p:sp>
    </p:spTree>
    <p:extLst>
      <p:ext uri="{BB962C8B-B14F-4D97-AF65-F5344CB8AC3E}">
        <p14:creationId xmlns:p14="http://schemas.microsoft.com/office/powerpoint/2010/main" val="19017800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3135975-5150-4D3D-BE9E-958A558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BB581F-BF76-4623-88A7-DDC3BC12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C74BC3-DCE6-49C6-B088-98CC6A6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Day 1 → Day 2 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C59BE8-04FC-4D4B-96FD-987CF81E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action คุ้นเคย แต่ trigger ใหม่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5E5CBA6-2908-4305-A2E0-C335E922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173770F-89EA-4792-9F25-277B2B6E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3D3BA78-B22C-48D0-8075-9DD2767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C24CAD1-42D2-4324-A267-2A1398F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8FA6A47-2603-4E39-BF69-D7B02FBF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079B97-A805-4FCD-A030-76AA9EC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Day 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EC047B3-5CBC-4828-8567-5050949D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Manual trigger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C15E1E8-DC91-4AD1-A163-C653B940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1B61FDF-C968-4830-ACCE-49D95063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0B89CF7-D91C-414C-830E-33D0D70B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F7529D3-8A06-4A2E-9851-F5DD3536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3AB5D75-5235-48AB-A292-E66B54CE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Day 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2087840-AC10-4381-A06A-613FD49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trigger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EF6F05A-83C4-49E8-887F-166AF61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F00033E-87C7-4C56-BFBE-A4FC6F84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A456EC2-AEFD-49AA-8D70-82518E7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4B2C836-36B5-48A9-BF52-E84C228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D1B78D3-EC4A-4848-80FE-AC21965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FB80FC4-37A1-4FDD-8E55-0DC203C4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 an email (V2)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4688D40-D033-40FA-AFC4-E331C4D8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226CE38-D269-4974-9C89-148D17E7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350B8334-5B6D-4FBA-AC66-FF4CC8DD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B063E00-CF6A-43B0-B0E1-10833B6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F2E969D-14BF-4EAF-8D5A-1A717043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Return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9F4BFA5-589D-4FB4-93D8-EDA02A55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Respond to the agent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F2F466D4-DB3B-4583-A0F0-7F70B358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7389DE5-085A-42A5-9EDB-A1EB4B91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สร้าง flow ใหม่ ไม่แก้ flow Day 1 ต้นฉบับ</a:t>
            </a:r>
          </a:p>
        </p:txBody>
      </p:sp>
    </p:spTree>
    <p:extLst>
      <p:ext uri="{BB962C8B-B14F-4D97-AF65-F5344CB8AC3E}">
        <p14:creationId xmlns:p14="http://schemas.microsoft.com/office/powerpoint/2010/main" val="4255923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931BC8D-AF70-4FB1-9C96-3C4CA261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60E540-4A5A-42C0-A546-BC7BA19E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6F892D-B2FD-40CF-AC3C-4E1A5021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Flow contract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222E7D-A587-4548-9F1D-B4DB7E65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หนึ่ง Text input และหนึ่ง Text output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4374E4-F9EF-4524-A613-16ED109B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1C1994E-432E-4718-95E7-BDBEC64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6D0018-2BFC-4D43-B67F-C513F63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81968E0-6F1D-4BE6-9E3C-19CD7209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A4ABDE5-F824-43C3-8A9E-405BF80D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6E055E0-27B9-4C41-982C-5777C7A3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870D4CA-FCF7-4FF3-BE72-D49BEFC3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IssueDetails • Text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F57CFCE-82AF-422A-86D0-3AEB61F5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5AE12D5-3C5C-4128-8AC7-955E589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2402EF62-E7D3-4C68-B134-C1212E9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23811B6-944B-45B4-971A-FDA64515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CFB4519-AC62-43F4-A421-E072E0C9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Outlook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8F6108C-0D68-464F-B924-25626AF2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Fixed training mailbox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A94EC2-29D4-4466-9991-8E55F792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6BC1F36-B1FF-4D57-AD93-FC508643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E988802-4431-43FC-B6BE-A87CA532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4646DAE-6874-428E-9F23-25BC3F42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2FBFB33-BDE0-4A1D-8101-F1258A96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Output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B078B93-A97C-40FE-8ABD-9D632E42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ResponseMessage • Text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C6B7C16-042D-46EA-A332-E99F8454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99ABABD-279D-4415-8389-6510CB38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79C2571-7579-438A-95A6-94C2702D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E393EE-B4AC-42B4-8671-CD274FDA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0B5CDD7-9C44-459B-B91B-7F37783A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Settings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37A7EC-8D47-4293-A375-5B146C36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Asynchronous response Off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A38C1DEA-FFB9-49BD-8CD3-229D32F9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B2E2CE1-D037-4AFD-8C11-C42027DA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ตอบสำเร็จเฉพาะหลัง email action สำเร็จ</a:t>
            </a:r>
          </a:p>
        </p:txBody>
      </p:sp>
    </p:spTree>
    <p:extLst>
      <p:ext uri="{BB962C8B-B14F-4D97-AF65-F5344CB8AC3E}">
        <p14:creationId xmlns:p14="http://schemas.microsoft.com/office/powerpoint/2010/main" val="12273851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B9AB423-5002-4A9D-8F3F-C4A8679F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3DC4DF-7ACE-45D1-ADA7-4AD712ED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5B483-A1F2-46FF-A4DE-7B1AAE7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Flow สั้น 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826E7E-ED44-4B1F-9061-B46070F6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trigger → Outlook → Response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EECFC2-3FE5-4930-B8B5-9330C07F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C5A511F-2944-4FD3-9BB7-F6538F4D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1B08553-36D2-4CE4-92F6-3EB517D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5D0167A-FD40-476D-9A48-20C6E0D3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1F74696-82A1-42EC-9AAC-767455A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B0F9179-6F86-4AE1-870B-A0CC0440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Trigger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ACC138B-1500-46B5-A371-440C3FE9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รับ IssueDetails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E263553-6D3A-412A-97CC-6477BEA6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C027B21-5387-4229-BF21-1D0F1E0F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888D8E8-93CD-4DCC-A0D6-785ACF72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9076CA6-D5DA-41F3-A6BA-154FFB8B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1EC4F8E-F15F-42C6-9FF6-1A6785B2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Send email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E888069-8636-418F-99AB-B5A76EB9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 เป็นค่าคงที่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965CD46-915A-4B81-BD3A-7C095020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090D3C4-9292-4407-8543-F644A6A6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16DA1C6-AD5F-4BDB-B171-76245CB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4F78F1A-8559-4E3F-A1B7-7C23B60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1B1D79F-29A3-4F32-8508-3A43AB52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Respond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7AF2983-922B-4645-9CEE-5306074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คืน ResponseMessage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1D83151-91C1-4D26-B751-73267F92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0D6DA37-0D8E-43C4-A8CC-D34C8D46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58D8E334-DE9F-45E6-8D17-0C0C93A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C1DA349-B1F9-48E2-8846-90BB0A1F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6209292-9EA1-46F2-97BE-C588F78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EAEBB53-1C3F-449B-992A-9B76B026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 Topic เรียกได้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68408D3-F968-4F2A-8E11-FBDB644E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C1F4ADF-D810-4F6C-A050-C7A8D5A9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อย่าเพิ่ม approval, delay หรือ loop รอผู้ใช้</a:t>
            </a:r>
          </a:p>
        </p:txBody>
      </p:sp>
    </p:spTree>
    <p:extLst>
      <p:ext uri="{BB962C8B-B14F-4D97-AF65-F5344CB8AC3E}">
        <p14:creationId xmlns:p14="http://schemas.microsoft.com/office/powerpoint/2010/main" val="4419547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86C9D6E-DEBB-465C-893A-730F8D1E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09AC61-09BE-4B3A-BDB3-3924B685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79B1D-6BDA-447B-9918-E332F3A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เชื่อมเฉพาะ Yes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94BA0D-7FD8-484C-B67D-5BCC1946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Map ข้อมูลหนึ่งค่าและแสดงผลจาก Flow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340E12-C6B5-41A8-BADB-C480D90F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67D048D-FEA8-4866-A878-74CDC0FB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784F67E-1519-469B-BABF-6BE0B68C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DE1D6F-1B14-40FE-965F-7E31B84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6D8FDA2-0BBF-4F4D-905D-898DE5EF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69468F7-250B-4138-8CC7-F80F474C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F9B0BF8-34ED-448E-969B-495D5AB5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A1F51D-4F17-4346-BB47-5C34762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SendConfirmed = true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7788189-F166-4E78-999D-79CE0B0A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15D37AD-6CBE-4F11-A01B-705DBC13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3B69B40-F931-428A-8A21-7124E77D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6AAA45C-E5E2-4159-BD4D-D9828A11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8611513-4EDD-407C-A212-C179438B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E558345-73C2-45FA-BF5F-6B3E7F98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Topic.IssueDetails → Flow.IssueDetails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6805A4-80C7-4270-B262-4EE73E71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7170424-FAE5-47C3-9E0A-FBAC37E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97D7FD9-EE8E-456A-B42B-ED24A79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81441B-E8E7-44A5-985D-7D7C874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5006A46-C4EA-4411-A2E6-4967D9EC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Output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9C3F4D6-82D6-462D-8E2B-682486EE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แสดง ResponseMessage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3FBA72D-7278-4370-BDFB-39A51060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7E7656E-5B09-4C13-A4F6-36F05B29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เส้นทาง No ไม่มี tool call และไม่มีอีเมล</a:t>
            </a:r>
          </a:p>
        </p:txBody>
      </p:sp>
    </p:spTree>
    <p:extLst>
      <p:ext uri="{BB962C8B-B14F-4D97-AF65-F5344CB8AC3E}">
        <p14:creationId xmlns:p14="http://schemas.microsoft.com/office/powerpoint/2010/main" val="158390197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28BDCF3-771A-47E4-BB36-24B43E11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2D3AE6F-7EE0-4371-961A-76FB3E5F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04AD93E-0D23-4A94-A08B-79B1FA1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evidence triangle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12D6BD1-5E48-4883-8A7A-6E904C02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ทดสอบ Yes หนึ่งครั้งและ No หนึ่งครั้ง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B19D96D7-E0F6-4977-8767-89831AC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42480C-7845-42D0-9B53-98ADD770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A1F2E73-B00B-4F3B-823F-AFEEE52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Yes: Test trace มี tool call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E16B806-35FE-40A8-B45E-99D01867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53D7045-50AB-47DB-BA19-A53C98A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076DFC-70FA-4C0F-BC75-507EF4E8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Yes: run สำเร็จ + Inbox มีหนึ่งฉบับ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A6DD98FA-4FFE-482B-9C32-2C23085D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4209580-E411-4632-812F-58A4707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7C8848B-7289-48F5-ADAD-391A0E5F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No: ไม่มี call, run หรืออีเมลใหม่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EC0A24B-A54C-43C5-B93E-86923B5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E8DA985-C715-4B7E-BFF6-E12EDB71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ข้อความในแชตอย่างเดียวไม่พิสูจน์ว่าอีเมลถึงปลายทาง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30C1EDD-3FE1-4273-8DC7-DC270A1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FD12467-E2BA-4910-B2F3-4EDA630B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0924267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da812963448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08678D-DBE5-4C12-B425-3D764743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317A15-ABF9-4F35-A932-D1321373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00927B-8F97-46C9-96F3-04039773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14:30–14:45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38E0AD0-E360-4771-BF97-81522CB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กลับมาแล้วเราจะเผยแพร่เฉพาะ channel ที่อนุมัติ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5352A9-52FA-42C9-A286-0BC1E9BD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A706136-B26D-4DE4-AB5E-062B71B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7070291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ac8894f1449e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1DF07E-B050-4CAF-93C1-455013E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3B6118-584B-4EC4-A191-C89A318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603284-4176-49C6-882E-DA865A91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CHAPTER 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E88AFB-3DDB-4136-9BEA-F9E01FE0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เปิดเฉพาะประตูที่อนุมัติ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D8B9E1-C87A-49EC-B004-0E9E1E76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Publish, access, authentication และ governance ต้องตรวจแยกกัน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17D9BB1-FB4F-433F-B4F4-2A9CC302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9525">
            <a:solidFill>
              <a:srgbClr val="4F8F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77B2F-9545-4CB4-9634-F4D4D25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Published ≠ Available to everyone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AE0400-B034-4E20-877F-EA03BC14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84EF9F5-AD2F-4B98-AB74-440007C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6230597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34E4BD5-17BD-4A4B-9F5F-66E073A2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F2B2C8-0062-45B0-A850-B7633858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F811EE-EDD2-42B7-8768-E582741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 ไม่เท่ากับ Access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5DB1A0-C782-40EA-9A7C-D91B5E5B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ทดสอบเวอร์ชันที่ผู้ใช้เปิดได้จริง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B7985B-7F68-437D-AF55-630F4B13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10E703-28BC-4189-971D-E4153EBA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5AB835E-0F6B-4F50-A82B-D66DF4A5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B3EB0E8-C5AE-4BBF-B2C2-C9B7601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A384AE8-0B7A-4591-B99E-BE7FC02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DE7FF22-F0DB-4A1A-8EAD-BE420C4A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Save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78C9E1-B462-4A85-9A6A-C00D784A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บันทึก authoring changes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5172A64-AE17-442A-BEEF-83D013FF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3AB3415-9BCF-43CE-8D7A-60B92E1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56D0C1D-6C67-49C7-982E-4AB53F25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F8C40A7-68DC-4CC1-9BBC-BE60F7EE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1F043CE-E123-4D11-8423-90B541E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7BDF193-259B-4EF8-8A19-734911E3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สร้างเวอร์ชันพร้อมใช้งาน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A7E1B5-38A9-40FB-AD95-94819D51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49B7BCB-5076-4311-A541-26500C71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1EAEE75B-BB30-4C1E-B341-B971DDF8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989CF6D-BB69-44C4-BEE2-4DCC0AD2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6D1FA60-C79A-4981-9E33-52DD354C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Channel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5AE72D3-3874-4DDE-8E31-1B1B2852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Teams หรือ M365 Copilot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EB533DB-03AD-4E8C-A55C-D1FF842E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EA2FEBE-73D4-4EB9-A228-14A5D429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345AEAE1-5639-49B1-9D5B-B87F5E89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7E37FCB-1CEA-4934-A215-FF326F36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369E9F7-F50C-4596-8252-6EB78E0D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Approval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8D6A595-75AD-480F-B8C5-120A3E93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ผู้ใช้ติดตั้ง/เข้าถึงได้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F5A7DFEF-BDA7-462C-8D2C-2C90AEF9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5883F33-9D1F-4239-8E05-0970B15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ผ่าน Test panel ไม่ใช่ published-channel proof</a:t>
            </a:r>
          </a:p>
        </p:txBody>
      </p:sp>
    </p:spTree>
    <p:extLst>
      <p:ext uri="{BB962C8B-B14F-4D97-AF65-F5344CB8AC3E}">
        <p14:creationId xmlns:p14="http://schemas.microsoft.com/office/powerpoint/2010/main" val="194182614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B130325-A97B-4821-B112-24893BD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85A1E6-4177-4CD7-AB42-C0CC9E6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BE67D33-FA72-46A7-AE15-855E6442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Authentication และ Permissions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71BCB57-65C3-4203-8531-F3029DBD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ใช้ค่าที่ IT และผู้จัดอบรมยืนยันเท่านั้น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EE2FA5-5735-40F9-AA6D-74F0761F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226A1B-3415-4CD7-8F7A-4C4F7969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2DFE0E5-3485-4884-A10F-A6B1A051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B219C64-573F-4BC6-A20F-A9B8B1FB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F89F104-DFBC-49F3-8308-BAF27316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6EE976-D967-47DB-A5E0-C4B4D14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A63D6E9-506B-4452-98F5-27EB198C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CA814B-6A58-40E3-AE3B-A16139F7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Authenticate with Microsoft ตาม approved route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3D56282-820D-418B-9642-C44F5230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167A4C-1E55-40FB-B87A-8184A81C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BF3008A3-E281-4C65-B6B4-03C91C4E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1E63532-9845-4370-A806-B51BA8D5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B42FD76-FB8A-4913-8A59-4665DD5C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Audience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3F436BA-43B5-4CD5-81FE-28372BF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Creator และ tester ที่ระบุ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0C96128-FF8E-44B6-9CCE-7B6564D6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00261E4-5678-403C-AA5D-36D72FC8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CACD35F-F9D7-48E2-8245-B65526F5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F6382BB-AACD-4676-8CED-403F4219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5D6FC50-60DB-449B-B8DE-AF597F5E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Connection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8EF8D56-000D-49AC-A37B-DA2B7E92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connection ของบัญชีฝึก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E906615-26FF-4AD2-A1FD-784D8EE1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3271BDE-1CED-443B-AE87-7BC3A2E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71E72DE-E5C4-48A1-9C7C-6E41329B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9A8DF50-1E44-4775-ADDB-1B4034F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6E5F8F0-23C0-4CF1-93F5-8C038B3D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Fallback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0D0B7EE-C84D-487F-AE6E-72995C8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หาก policy block ให้ใช้ labelled demo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21C60AB0-B5B2-4E3F-831A-17D6BD69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3FFC70E-8250-484F-87F8-69BB4E6E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ไม่เปลี่ยนเป็น No authentication เพื่อข้ามข้อจำกัด</a:t>
            </a:r>
          </a:p>
        </p:txBody>
      </p:sp>
    </p:spTree>
    <p:extLst>
      <p:ext uri="{BB962C8B-B14F-4D97-AF65-F5344CB8AC3E}">
        <p14:creationId xmlns:p14="http://schemas.microsoft.com/office/powerpoint/2010/main" val="3304311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F25689B-FCB8-4AB8-A042-738639B5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0E2B81-360F-4AF9-B597-93F32E33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12ED7CE-279D-4B88-90CD-628DA998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ทดสอบ Published Experience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FCF32E-1D64-4011-BEFA-DCAA3196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conversation ใหม่จาก channel จริง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23FBCA4-500B-403D-A841-131C0DF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87498-20F1-4102-AB94-D5D974AD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09A5DC7-B98C-4183-9309-C6780C11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9EF2C63-5EE7-4607-8BDC-CB67E4B3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08FB0D9-7037-4986-9587-6185CC6C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C68618B-307A-4CFE-9318-C4C79C76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Open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5A51F5-CAC4-47DE-9BD5-74B72357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Teams / M365 Copilot / Demo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3091BB5-79D3-48AD-B8D0-43D29790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2C4CE76-0EB6-4BFE-9866-5C8CD688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2998CE15-F070-41A8-BEBB-28F3F092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B2E47B0-B946-425A-8C39-C85DDD12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AEC674F-EF33-48FB-8038-D6F5477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Ask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86FA9B7-72DE-4DE1-B66B-F8D93705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 Knowledge K1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810705E-89B3-41B8-939D-50112CFE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8701B21-EED7-4610-90C5-CABF6A13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0A2D80F-61BB-4EA7-81F2-5083347D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4530282-5F9C-4573-960A-46FE073B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9100ED3-8154-456A-B00D-85E41484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Report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C6692B4-D8A0-4E6C-A288-6BBFE5E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ทำคำขอ Yes หนึ่งรอบ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3CC5F98-05BB-4AA3-9366-9579DBA6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D23C6A2-6EAC-47AC-966C-1833D3B5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19068DA-6243-475E-9B99-BADE679B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134B07E-990C-4561-99C8-60ECC948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E449FDD-2711-463F-A3C5-71A643B2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Verify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DD33A52-B06E-4CFB-A5F7-50ACB59A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Channel + run + Inbox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8606ACC-8F67-425A-A220-0F6FD62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97661B-B5CC-4279-9D97-5804F41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ถ้าเข้าถึงไม่ได้ ให้บันทึก pending แทนการอ้างว่าผ่าน</a:t>
            </a:r>
          </a:p>
        </p:txBody>
      </p:sp>
    </p:spTree>
    <p:extLst>
      <p:ext uri="{BB962C8B-B14F-4D97-AF65-F5344CB8AC3E}">
        <p14:creationId xmlns:p14="http://schemas.microsoft.com/office/powerpoint/2010/main" val="141827028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0050F4E-53CD-46EE-9FA0-476180C1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FFDBD8-9E2E-4356-AFBB-1FF54E5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77E40FA-C870-4F7D-AAF0-64C2055C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Governance checkpoint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D8098C-1486-4DE0-8C06-76AF878E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สถานะที่ดีต้องตรงกับหลักฐาน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0C3F0E82-09B5-49D6-B4AA-CD65907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BDF1E42-6399-4E31-BBD7-AD7C9B45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0902BD-AF81-47A1-A0EF-C303319A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Passed: ทดสอบใน approved channel จริง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ABB25DF-ACDD-4966-8B8D-FE6370D1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9DD860C-801D-45A1-BFA2-756D659D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0C2163-F25A-4670-A4ED-C4640138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Pending: รอ license, policy หรือ admin approval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FE742B82-09AC-447F-801A-4C50D871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CDFC3E2-7F54-4C4D-BFBB-375DC041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C155468-30BE-4856-A626-5BB1869C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Demo: เห็น instructor ทำใน tenant ที่อนุมัติ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B0309F6-308B-4595-995E-C6F036A1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20D03ED-FF65-47C1-81C9-8A5F7B99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Static deck และเว็บไซต์ local ไม่พิสูจน์ tenant execution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8437436-565D-4573-A1F4-B19F1352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F521E8B-8F6F-4B05-8D53-F38D06A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23772728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9e34a8f5e4a7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AD2FAD-263A-4294-A23D-9960080E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5C5386-6F92-485E-AFA1-05348D61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ALTERNATIVE PATH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A09DC1-3D9F-4039-9489-48A57B00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Microsoft 365 Copilot Agent Builder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9342E-2341-4124-9F13-E112FE8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อีกทางสำหรับผู้ช่วยตอบจากคู่มือใน Microsoft 365 Copilot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886E390-8D14-44E6-B66E-4B3A4D1A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4191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19C5B4-3F5C-4A26-A1C0-436C8918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69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Instructor demo ต่อท้าย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ไม่มี learner exercise เพิ่ม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3E1A9DC-CF26-4FD7-81BE-2F4C1873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515968D-5843-44B6-800C-AD556218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88266913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EB7C919-B822-4BEF-9EB6-1165B44F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392E17-1B2A-4E2B-9148-ADB09A1A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AEBB88-F4E1-489C-8DA4-803BACC0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Builder: instructor demo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998B69-DE18-4ABC-9D36-01F76ECE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สร้างผู้ช่วยตอบจากคู่มือสมมติชุดเดิม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1B21C42-79C9-44DF-B7CB-8B29264B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CBF539C-9A33-48D9-BAFD-4FD71CB5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569688E-DAEA-4BA2-8F2F-00DAFEAD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D3CBA41-C104-47A7-A41B-EE9A090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DC88725-5E5C-4B54-998D-B138F91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A226B83-20BC-4F38-AEDF-7804EFCB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New agent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5D34EDC-8DA2-44FD-B72B-B1858C3A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เปิดใน Microsoft 365 Copilot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A9823D8-67AF-4898-B955-531A274E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3C8004E-60B4-41B4-A6A0-6A22C5BB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F62137B-0105-4479-941B-BD47D83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F29BE73-6ED1-4376-BF14-8959576D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AD22A73-289D-446B-9B41-55D5CE10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Describe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5D3CB2D-58A0-43D0-842E-4E535CBA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บอกงานและผู้ใช้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4832A6E-4CCF-439E-B301-B1511996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F2C3E20-2998-4741-8A4A-366671D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7934241-7A35-4DFF-86B0-4BC47E93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FCA08DC-89E3-4649-8982-8D519A2B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BFF18A-FA3F-4570-BAF8-B0D580DC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Configure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449F46F-3583-4277-898F-E3392CAC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 Instructions + Knowledge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9D3F714-29C9-4F3D-9FD8-EB12DBF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31A01A8-105B-4967-A9BE-02EE6E0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44545065-C96D-4B47-84A2-715FFBEC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6F2AED3-E74E-4733-BCE3-70338438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6A039DC-D2E2-42AA-B60D-B0EF09DF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Try it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25D792A-7F27-4819-9E86-73D6AFEF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ถามเรื่องที่มีและไม่มีใน guide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BA7428C-2831-4A8E-A94D-2A47A4BC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CC32729-2124-417A-AFEC-E70770D9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ผู้เรียนสังเกตและเปรียบเทียบ ไม่ต้องสร้างหรือแชร์ Agent</a:t>
            </a:r>
          </a:p>
        </p:txBody>
      </p:sp>
    </p:spTree>
    <p:extLst>
      <p:ext uri="{BB962C8B-B14F-4D97-AF65-F5344CB8AC3E}">
        <p14:creationId xmlns:p14="http://schemas.microsoft.com/office/powerpoint/2010/main" val="143308705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93A1394-BAEE-4AAD-A364-54D6BD36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F2CE10-DB59-4943-8411-7DBB8F79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F1CA0D-73F3-4CF7-99DD-B0211D4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Builder กับ Configure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54D42BC-8DF9-4058-9FE8-AF691535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วิทยากรแสดงค่าที่ Agent ใช้ตอบคำถาม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92D072-F9FB-4F4C-8353-7D87F37E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0FE6D09-8427-43AD-B9F1-E25D5737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A2E157E-BACD-4D15-B48A-8E6009D5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3B3BF0D-0AEC-445F-B94B-92D6EF38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CA770E4-0D42-4EF4-93DA-7241B48C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0DC806C-531D-4B85-BBFE-468B30E2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8944369-6362-47E5-A846-C4FC844F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869F8C1-3AEB-4473-9F08-AB58D030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Name + Description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AD9610C-A07D-4221-ACAD-AFDF799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DB6E943-1B94-4E41-AB64-49E3D449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CBCF7C9-1188-4BF6-AC9B-EFA4ABDC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FB17D75-DD84-4FC9-A657-64960562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82B5B32-B074-432D-8C78-854C5158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Behavior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84C4A51-5970-48E4-A6D7-0EEB4E9F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Instructions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D6AF01E-F0E2-457A-86DB-BFB4BD88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A1246C5-24BC-4A37-85B5-2722D1D0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415172D-93C4-472F-8E3A-09F4DD6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C67A231-DF52-4292-BC28-BF2005A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B582423-14CB-4034-9248-57969E3F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Grounding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643335D-972B-4E0E-A12B-9FFFEDBD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Guide สมมติ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1FEAB15-4ACA-47DB-BC26-10C0878B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CD9903B-9DC8-4CA1-8ACF-F6B9157F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C9C44660-5A1C-47C1-B645-67C4B492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3E61049-0388-495A-B1A8-7EBCE7DE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11DB2E9-7C70-4841-B696-AE6E808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8455A8C-30DF-45BF-97BC-BA1FD190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Try it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37F829ED-085A-438E-8641-CA401490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818B0D6-EEE6-4735-BF2E-46229B97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ใช้ UI ที่ rehearsal ในบัญชีวิทยากรก่อนคลาส</a:t>
            </a:r>
          </a:p>
        </p:txBody>
      </p:sp>
    </p:spTree>
    <p:extLst>
      <p:ext uri="{BB962C8B-B14F-4D97-AF65-F5344CB8AC3E}">
        <p14:creationId xmlns:p14="http://schemas.microsoft.com/office/powerpoint/2010/main" val="193064912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7896E22-0EC3-48CF-948B-C1921DCB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BF29C7-4001-48A2-AEB0-1E5158AC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6CD066-8F50-454F-B90B-65334AC3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Copilot Studio กับ Agent Builder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3B2528-06C5-4DE0-BFC0-283B5485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เปรียบเทียบจากงานเดียวกัน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9B77E6-B0BB-46B9-801E-066552F0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4F76351-E970-4ABE-8E92-515EE472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03E43E8-4F94-4274-8107-D5FB0E25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C4E64CB-8980-4F26-90DD-80684FA7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2B1DA99-2886-461B-8E88-EC9A5B49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F6BFBFB-32E6-4DE2-9BD4-BD8ADD7E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227302-3D52-4353-B04D-95BAA5A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Builder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5908A0D-4DDD-48C8-A3BD-D5B3B519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Copilot Studio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39FC5E0-9CC9-4314-B9B6-3D8943E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เริ่มเร็วใน Microsoft 365 Copilot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ตอบจากคู่มือที่กำหนด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เหมาะกับ demo ผู้ช่วยความรู้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0C36792-1CDA-43CB-96C4-7819913F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Topic ถามเป็นขั้นตอน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Agent Flow ทำ action หลัง Yes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ตรวจ run และ channel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ED03498-67FA-4374-A6A0-5BE96A0E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ทั้งสองต้องตรวจ source และสิทธิ์ แต่วันนี้สร้างจริงเฉพาะ Copilot Studio</a:t>
            </a:r>
          </a:p>
        </p:txBody>
      </p:sp>
    </p:spTree>
    <p:extLst>
      <p:ext uri="{BB962C8B-B14F-4D97-AF65-F5344CB8AC3E}">
        <p14:creationId xmlns:p14="http://schemas.microsoft.com/office/powerpoint/2010/main" val="181963765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5B04BEE-8DBE-4DD2-BBA2-BA15BBE6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BBD9CF-0268-46BD-82C8-DDB3EC32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C0DAD6-6165-4CD4-B9CC-01DB397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เลือกเครื่องมือให้ตรงงาน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A706E6-500D-4732-B5D5-41C1028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มองผลลัพธ์และการควบคุมที่ต้องใช้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B1EC37E-B586-4DBE-B91C-5AA40BD5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C81033-3F73-48A3-8DB8-0E42AFE9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907C3FE-078D-49B7-98DE-A5BBA4C6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E376816-941D-47D4-8EE0-5B1F8F70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8DE2CA0-2F68-42DA-98F6-8FD220D4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DA16687-D763-4254-933C-8E2782C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D1AE305-2746-46BF-BFC8-F1C1101F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เริ่ม Agent Builder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93380E-C165-4756-93B5-64C921E2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Copy to Copilot Studio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2E1DE3-CB38-4FAC-9435-1EA98B7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ตอบคำถามจากคู่มือ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ทดลองแนวคิดอย่างรวดเร็ว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ไม่ต้องลงมือทำในห้องนี้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E0A62E-40C5-4AF8-868D-648F55B2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ต้องมี Yes/No คุม action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ต้องส่งอีเมลฝึกผ่าน Flow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ต้องตรวจ run และ channel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A1FE728-9EF3-4A97-909F-265A723D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Agent Builder ช่วงนี้เป็นการสาธิต ไม่มีแบบฝึกหัดเพิ่ม</a:t>
            </a:r>
          </a:p>
        </p:txBody>
      </p:sp>
    </p:spTree>
    <p:extLst>
      <p:ext uri="{BB962C8B-B14F-4D97-AF65-F5344CB8AC3E}">
        <p14:creationId xmlns:p14="http://schemas.microsoft.com/office/powerpoint/2010/main" val="143606082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d76345149481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D07147-000D-494C-9F4A-A9E8C6B5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399E5C-0981-4EFB-A3E0-F38289D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239543-7908-416C-9E08-FDA94DAF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B410342-F6AC-4C51-8EF2-99A2677D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เพิ่ม AI step อย่างมีวินัย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AFDA3C7-8501-4E42-8EA3-8F9E4908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 AI ช่วยตีความ แล้วให้คนตรวจ ก่อนส่งผลต่อไป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D2DEC33-897F-4054-A05C-EFA3480D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CF11AD0-1154-4636-AD4E-1AB0FED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 • Instructor demo only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C2009AF-56D9-4443-B671-AB0D8747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08462D4-61CB-43E9-BD81-2BFC31ED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76873948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DB6DEF1-C880-45C0-AFD7-830F59F1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151412-4BDB-4E70-9910-704F8907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E69FFA-8708-4A39-9BE1-D802393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Run a prompt ใน 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3A6CE1-D085-4CC0-9323-1BDEAC9C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วิทยากรสาธิต AI action ในสำเนา flow ที่เตรียมไว้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1A23E9-4D98-4BF1-BED1-859834C3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B96F8-80D2-48D7-A6E9-86686A18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171C790-C2EE-4D29-9B98-03DF6DF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4308216-08E6-4953-8339-F7003F3B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ACE0BEF-8184-44A1-AE24-F1CF2075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6E1D9BE-78CF-48E2-8D4B-4796C0B2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F474D43-311A-4887-A186-A270ADF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ข้อมูลสมมติเข้า flow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9C46892-FEA3-474E-8353-6F2B93AA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0405F05-C903-4544-9FE4-D4EBB926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FC6BD0B-1AB4-490B-8A4E-D46E23D6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50AF447-71A7-403C-B577-3D9B3339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98ADD77-1C80-4905-911A-D979E378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3784B2B-044D-405F-AB63-5AE7864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Run a prompt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9959EFA-E3DA-44C1-A998-49BA43AF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4D32EB8-33D7-402F-9648-F383F685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88CE7B5-7EA6-4A1A-87D2-DAB2E413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51E1088-CC8C-4657-8861-0DECF8A4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64BEFB1-9838-4D65-B67B-C586DB8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BB2CBCC-6D42-4506-939F-F87DEC04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คนตรวจผลลัพธ์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90CF8AF-0A34-4ED3-8E07-CDA86F26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6998266-593B-49D8-9E68-F6156F95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886F64E3-1024-4D72-8A68-7B9F15EB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3E739D2-4177-4F1A-9A61-88FCA9F1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847178D-B80F-4874-98DD-C1FA6D3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F747D3C-6E01-448C-B8B1-7F87D45E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ใช้ผลที่ผ่านการตรวจ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54102A7-FA30-4CF5-96D6-4CECC56A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9507C32-1845-4E9B-A645-F24696A2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Instructor demo only • ไม่ให้ผู้เรียนเพิ่ม Premium action</a:t>
            </a:r>
          </a:p>
        </p:txBody>
      </p:sp>
    </p:spTree>
    <p:extLst>
      <p:ext uri="{BB962C8B-B14F-4D97-AF65-F5344CB8AC3E}">
        <p14:creationId xmlns:p14="http://schemas.microsoft.com/office/powerpoint/2010/main" val="126737227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46188FB-46FC-401F-B5AE-2BF8940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488AF0-114B-494D-B015-0E7BB0E6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3F56B7-71CF-4DFC-8C5B-03F05CFB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Builder: ขอบเขตการสาธิต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24308F8-5883-496C-BC2D-EE925345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AI output ต้องผ่านคนตรวจและ tenant readiness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A10803-70F0-414E-94BC-223EF7DC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BF2A692-4304-49EF-8198-18387062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A6EBDA8-6302-4030-A66A-5549DF2B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2AB3D77-C551-4C27-B706-8FEF9D0E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B693F6A-587A-481E-8534-2CE7AB47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F51E2ED-5F79-4231-A242-75534CDE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6DB5634-B599-467F-8739-4C570E67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Use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585CE5-53FE-4947-8963-926068BF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ร่างหรือสรุปจากข้อมูลสมมติ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FC1F68F-F97D-41EC-98FF-2D5D4F7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1E6D982-C1B0-42EE-897F-2EDE604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FEB4E013-B63C-4CA7-BDBA-8B3BED8A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5893F64-70EA-4B9B-8377-2E399983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1E4CCB7-06A2-45DA-A2E9-695823C2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84D882-D308-4B73-A02D-3C090746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ตรวจความถูกต้องก่อน action ปลายทาง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A22F61D-1DA0-4921-A88C-0AAABE12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BCB5511-149C-4C10-A4FB-A231357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1309DC05-A81B-4D4F-9A46-0DFC18A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0308D46-3CF8-4991-B718-F0F2768A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0BD08BF-E480-4159-BC4F-0FB3E684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Licensing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66DC9A4-BE2D-4E11-B098-6CE84273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Premium/Copilot Credit ตามความพร้อมจริง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C9D320C-349D-43A4-831F-05F0EBCF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0F6C46-676C-480E-AF78-1693E91A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4573B6B1-8286-485E-B776-4FEDB058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718E100-D21C-496E-A04B-201D19E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B5A267F-7870-4C2F-B01E-BA11B514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Scope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285B078-26E6-4724-A5C5-CE619D11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วิทยากรสาธิตเท่านั้น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34C5531B-5C25-4DED-8424-14632F5C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2D47794-326F-44D6-AD73-61833B46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หากสิทธิ์ไม่พร้อม ใช้ผลที่บันทึกไว้และติดป้าย recorded demo</a:t>
            </a:r>
          </a:p>
        </p:txBody>
      </p:sp>
    </p:spTree>
    <p:extLst>
      <p:ext uri="{BB962C8B-B14F-4D97-AF65-F5344CB8AC3E}">
        <p14:creationId xmlns:p14="http://schemas.microsoft.com/office/powerpoint/2010/main" val="1732179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09A7D75-664D-4C6B-AF39-4A173F43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7336AB-C930-4F4C-B1CF-870FE11B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392D6F9-11E5-4F42-967F-792D17DF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Review &amp; Q&amp;A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779FA2-B46B-447C-B70B-87CF41D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หนึ่งเรื่องจากคู่มือถึงหลักฐาน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4908251-F303-42A7-9E44-86BB2083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CA14FB6-C01A-4A48-8471-B9A82B11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AD5C4A3-E6D0-4B41-A204-B9469A9C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Knowledge ตอบจากคู่มือที่อนุมัติ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2B0DDA4-9A3D-4633-BE4E-FAFBD755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6F2FF4D-4797-4BBE-9A44-5678DF2B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738E3D2-B0BA-4175-8D7F-2B199431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Topic ถาม IssueDetails และ Yes/No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FEE87F3-7712-4B39-9BD2-F10E4D7E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C86737E-E74F-4F3D-B98B-A3816F8D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87947DB-907E-48C0-9A13-4063C4B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Flow ทำ action หลังยืนยัน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A509CB3-9AC0-4C84-BA8C-4B2616EE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4971CCF-959F-477D-8A18-ECFAA784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BA8CD2A-6468-4DCA-AE5A-182614DE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Evidence + Channel บอกว่าทดสอบถึงระดับใด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0D3B880-60EC-445F-8E57-701B3ED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3E99DAC-0683-47A4-87D3-24C821FD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Builder และ AI Builder เป็นทางเลือกที่วิทยากรสาธิต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FF394DB-B36F-4CEE-8FE5-765ECA52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C825D7-3F96-4356-B45B-3A06E632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52019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2026-09-26T17:42:43.6870000Z</dcterms:created>
  <dcterms:modified xsi:type="dcterms:W3CDTF">2026-09-26T17:42:43.6870000Z</dcterms:modified>
</coreProperties>
</file>